
<file path=[Content_Types].xml><?xml version="1.0" encoding="utf-8"?>
<Types xmlns="http://schemas.openxmlformats.org/package/2006/content-types">
  <Default Extension="bin" ContentType="application/vnd.openxmlformats-officedocument.oleObject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Masters/slideMaster10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3.xml" ContentType="application/vnd.openxmlformats-officedocument.theme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theme/theme4.xml" ContentType="application/vnd.openxmlformats-officedocument.theme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theme/theme5.xml" ContentType="application/vnd.openxmlformats-officedocument.theme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theme/theme6.xml" ContentType="application/vnd.openxmlformats-officedocument.theme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theme/theme7.xml" ContentType="application/vnd.openxmlformats-officedocument.theme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Layouts/slideLayout74.xml" ContentType="application/vnd.openxmlformats-officedocument.presentationml.slideLayout+xml"/>
  <Override PartName="/ppt/slideLayouts/slideLayout75.xml" ContentType="application/vnd.openxmlformats-officedocument.presentationml.slideLayout+xml"/>
  <Override PartName="/ppt/theme/theme8.xml" ContentType="application/vnd.openxmlformats-officedocument.theme+xml"/>
  <Override PartName="/ppt/slideLayouts/slideLayout76.xml" ContentType="application/vnd.openxmlformats-officedocument.presentationml.slideLayout+xml"/>
  <Override PartName="/ppt/slideLayouts/slideLayout77.xml" ContentType="application/vnd.openxmlformats-officedocument.presentationml.slideLayout+xml"/>
  <Override PartName="/ppt/slideLayouts/slideLayout78.xml" ContentType="application/vnd.openxmlformats-officedocument.presentationml.slideLayout+xml"/>
  <Override PartName="/ppt/slideLayouts/slideLayout79.xml" ContentType="application/vnd.openxmlformats-officedocument.presentationml.slideLayout+xml"/>
  <Override PartName="/ppt/slideLayouts/slideLayout80.xml" ContentType="application/vnd.openxmlformats-officedocument.presentationml.slideLayout+xml"/>
  <Override PartName="/ppt/slideLayouts/slideLayout81.xml" ContentType="application/vnd.openxmlformats-officedocument.presentationml.slideLayout+xml"/>
  <Override PartName="/ppt/slideLayouts/slideLayout82.xml" ContentType="application/vnd.openxmlformats-officedocument.presentationml.slideLayout+xml"/>
  <Override PartName="/ppt/slideLayouts/slideLayout83.xml" ContentType="application/vnd.openxmlformats-officedocument.presentationml.slideLayout+xml"/>
  <Override PartName="/ppt/slideLayouts/slideLayout84.xml" ContentType="application/vnd.openxmlformats-officedocument.presentationml.slideLayout+xml"/>
  <Override PartName="/ppt/slideLayouts/slideLayout85.xml" ContentType="application/vnd.openxmlformats-officedocument.presentationml.slideLayout+xml"/>
  <Override PartName="/ppt/slideLayouts/slideLayout86.xml" ContentType="application/vnd.openxmlformats-officedocument.presentationml.slideLayout+xml"/>
  <Override PartName="/ppt/theme/theme9.xml" ContentType="application/vnd.openxmlformats-officedocument.theme+xml"/>
  <Override PartName="/ppt/slideLayouts/slideLayout87.xml" ContentType="application/vnd.openxmlformats-officedocument.presentationml.slideLayout+xml"/>
  <Override PartName="/ppt/slideLayouts/slideLayout88.xml" ContentType="application/vnd.openxmlformats-officedocument.presentationml.slideLayout+xml"/>
  <Override PartName="/ppt/slideLayouts/slideLayout89.xml" ContentType="application/vnd.openxmlformats-officedocument.presentationml.slideLayout+xml"/>
  <Override PartName="/ppt/slideLayouts/slideLayout90.xml" ContentType="application/vnd.openxmlformats-officedocument.presentationml.slideLayout+xml"/>
  <Override PartName="/ppt/slideLayouts/slideLayout91.xml" ContentType="application/vnd.openxmlformats-officedocument.presentationml.slideLayout+xml"/>
  <Override PartName="/ppt/slideLayouts/slideLayout92.xml" ContentType="application/vnd.openxmlformats-officedocument.presentationml.slideLayout+xml"/>
  <Override PartName="/ppt/slideLayouts/slideLayout93.xml" ContentType="application/vnd.openxmlformats-officedocument.presentationml.slideLayout+xml"/>
  <Override PartName="/ppt/slideLayouts/slideLayout94.xml" ContentType="application/vnd.openxmlformats-officedocument.presentationml.slideLayout+xml"/>
  <Override PartName="/ppt/slideLayouts/slideLayout95.xml" ContentType="application/vnd.openxmlformats-officedocument.presentationml.slideLayout+xml"/>
  <Override PartName="/ppt/slideLayouts/slideLayout96.xml" ContentType="application/vnd.openxmlformats-officedocument.presentationml.slideLayout+xml"/>
  <Override PartName="/ppt/slideLayouts/slideLayout97.xml" ContentType="application/vnd.openxmlformats-officedocument.presentationml.slideLayout+xml"/>
  <Override PartName="/ppt/theme/theme10.xml" ContentType="application/vnd.openxmlformats-officedocument.theme+xml"/>
  <Override PartName="/ppt/theme/theme11.xml" ContentType="application/vnd.openxmlformats-officedocument.theme+xml"/>
  <Override PartName="/ppt/ink/ink1.xml" ContentType="application/inkml+xml"/>
  <Override PartName="/ppt/notesSlides/notesSlide1.xml" ContentType="application/vnd.openxmlformats-officedocument.presentationml.notesSlide+xml"/>
  <Override PartName="/ppt/ink/ink2.xml" ContentType="application/inkml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39" r:id="rId1"/>
    <p:sldMasterId id="2147483783" r:id="rId2"/>
    <p:sldMasterId id="2147483787" r:id="rId3"/>
    <p:sldMasterId id="2147483801" r:id="rId4"/>
    <p:sldMasterId id="2147483814" r:id="rId5"/>
    <p:sldMasterId id="2147483985" r:id="rId6"/>
    <p:sldMasterId id="2147483998" r:id="rId7"/>
    <p:sldMasterId id="2147484010" r:id="rId8"/>
    <p:sldMasterId id="2147484022" r:id="rId9"/>
    <p:sldMasterId id="2147484034" r:id="rId10"/>
  </p:sldMasterIdLst>
  <p:notesMasterIdLst>
    <p:notesMasterId r:id="rId45"/>
  </p:notesMasterIdLst>
  <p:sldIdLst>
    <p:sldId id="318" r:id="rId11"/>
    <p:sldId id="257" r:id="rId12"/>
    <p:sldId id="264" r:id="rId13"/>
    <p:sldId id="259" r:id="rId14"/>
    <p:sldId id="266" r:id="rId15"/>
    <p:sldId id="309" r:id="rId16"/>
    <p:sldId id="267" r:id="rId17"/>
    <p:sldId id="268" r:id="rId18"/>
    <p:sldId id="270" r:id="rId19"/>
    <p:sldId id="271" r:id="rId20"/>
    <p:sldId id="272" r:id="rId21"/>
    <p:sldId id="274" r:id="rId22"/>
    <p:sldId id="275" r:id="rId23"/>
    <p:sldId id="276" r:id="rId24"/>
    <p:sldId id="277" r:id="rId25"/>
    <p:sldId id="290" r:id="rId26"/>
    <p:sldId id="278" r:id="rId27"/>
    <p:sldId id="279" r:id="rId28"/>
    <p:sldId id="299" r:id="rId29"/>
    <p:sldId id="310" r:id="rId30"/>
    <p:sldId id="295" r:id="rId31"/>
    <p:sldId id="296" r:id="rId32"/>
    <p:sldId id="297" r:id="rId33"/>
    <p:sldId id="298" r:id="rId34"/>
    <p:sldId id="280" r:id="rId35"/>
    <p:sldId id="301" r:id="rId36"/>
    <p:sldId id="302" r:id="rId37"/>
    <p:sldId id="294" r:id="rId38"/>
    <p:sldId id="303" r:id="rId39"/>
    <p:sldId id="304" r:id="rId40"/>
    <p:sldId id="313" r:id="rId41"/>
    <p:sldId id="311" r:id="rId42"/>
    <p:sldId id="312" r:id="rId43"/>
    <p:sldId id="281" r:id="rId44"/>
  </p:sldIdLst>
  <p:sldSz cx="12192000" cy="6858000"/>
  <p:notesSz cx="6858000" cy="91440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ahoma" panose="020B0604030504040204" pitchFamily="34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ahoma" panose="020B0604030504040204" pitchFamily="34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ahoma" panose="020B0604030504040204" pitchFamily="34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ahoma" panose="020B0604030504040204" pitchFamily="34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ahoma" panose="020B0604030504040204" pitchFamily="34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ahoma" panose="020B0604030504040204" pitchFamily="34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ahoma" panose="020B0604030504040204" pitchFamily="34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ahoma" panose="020B0604030504040204" pitchFamily="34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ahoma" panose="020B060403050404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66"/>
    <a:srgbClr val="FF0000"/>
    <a:srgbClr val="CC0000"/>
    <a:srgbClr val="C2D1F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DA66C57C-8CD2-4014-B7DF-51140F61D30C}" v="4" dt="2024-10-10T04:52:46.645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1690" autoAdjust="0"/>
    <p:restoredTop sz="94595" autoAdjust="0"/>
  </p:normalViewPr>
  <p:slideViewPr>
    <p:cSldViewPr showGuides="1">
      <p:cViewPr varScale="1">
        <p:scale>
          <a:sx n="106" d="100"/>
          <a:sy n="106" d="100"/>
        </p:scale>
        <p:origin x="408" y="102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66" d="100"/>
        <a:sy n="66" d="100"/>
      </p:scale>
      <p:origin x="0" y="1416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3.xml"/><Relationship Id="rId18" Type="http://schemas.openxmlformats.org/officeDocument/2006/relationships/slide" Target="slides/slide8.xml"/><Relationship Id="rId26" Type="http://schemas.openxmlformats.org/officeDocument/2006/relationships/slide" Target="slides/slide16.xml"/><Relationship Id="rId39" Type="http://schemas.openxmlformats.org/officeDocument/2006/relationships/slide" Target="slides/slide29.xml"/><Relationship Id="rId21" Type="http://schemas.openxmlformats.org/officeDocument/2006/relationships/slide" Target="slides/slide11.xml"/><Relationship Id="rId34" Type="http://schemas.openxmlformats.org/officeDocument/2006/relationships/slide" Target="slides/slide24.xml"/><Relationship Id="rId42" Type="http://schemas.openxmlformats.org/officeDocument/2006/relationships/slide" Target="slides/slide32.xml"/><Relationship Id="rId47" Type="http://schemas.openxmlformats.org/officeDocument/2006/relationships/viewProps" Target="viewProps.xml"/><Relationship Id="rId50" Type="http://schemas.microsoft.com/office/2016/11/relationships/changesInfo" Target="changesInfos/changesInfo1.xml"/><Relationship Id="rId7" Type="http://schemas.openxmlformats.org/officeDocument/2006/relationships/slideMaster" Target="slideMasters/slideMaster7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6.xml"/><Relationship Id="rId29" Type="http://schemas.openxmlformats.org/officeDocument/2006/relationships/slide" Target="slides/slide19.xml"/><Relationship Id="rId11" Type="http://schemas.openxmlformats.org/officeDocument/2006/relationships/slide" Target="slides/slide1.xml"/><Relationship Id="rId24" Type="http://schemas.openxmlformats.org/officeDocument/2006/relationships/slide" Target="slides/slide14.xml"/><Relationship Id="rId32" Type="http://schemas.openxmlformats.org/officeDocument/2006/relationships/slide" Target="slides/slide22.xml"/><Relationship Id="rId37" Type="http://schemas.openxmlformats.org/officeDocument/2006/relationships/slide" Target="slides/slide27.xml"/><Relationship Id="rId40" Type="http://schemas.openxmlformats.org/officeDocument/2006/relationships/slide" Target="slides/slide30.xml"/><Relationship Id="rId45" Type="http://schemas.openxmlformats.org/officeDocument/2006/relationships/notesMaster" Target="notesMasters/notesMaster1.xml"/><Relationship Id="rId53" Type="http://schemas.openxmlformats.org/officeDocument/2006/relationships/customXml" Target="../customXml/item2.xml"/><Relationship Id="rId5" Type="http://schemas.openxmlformats.org/officeDocument/2006/relationships/slideMaster" Target="slideMasters/slideMaster5.xml"/><Relationship Id="rId10" Type="http://schemas.openxmlformats.org/officeDocument/2006/relationships/slideMaster" Target="slideMasters/slideMaster10.xml"/><Relationship Id="rId19" Type="http://schemas.openxmlformats.org/officeDocument/2006/relationships/slide" Target="slides/slide9.xml"/><Relationship Id="rId31" Type="http://schemas.openxmlformats.org/officeDocument/2006/relationships/slide" Target="slides/slide21.xml"/><Relationship Id="rId44" Type="http://schemas.openxmlformats.org/officeDocument/2006/relationships/slide" Target="slides/slide34.xml"/><Relationship Id="rId52" Type="http://schemas.openxmlformats.org/officeDocument/2006/relationships/customXml" Target="../customXml/item1.xml"/><Relationship Id="rId4" Type="http://schemas.openxmlformats.org/officeDocument/2006/relationships/slideMaster" Target="slideMasters/slideMaster4.xml"/><Relationship Id="rId9" Type="http://schemas.openxmlformats.org/officeDocument/2006/relationships/slideMaster" Target="slideMasters/slideMaster9.xml"/><Relationship Id="rId14" Type="http://schemas.openxmlformats.org/officeDocument/2006/relationships/slide" Target="slides/slide4.xml"/><Relationship Id="rId22" Type="http://schemas.openxmlformats.org/officeDocument/2006/relationships/slide" Target="slides/slide12.xml"/><Relationship Id="rId27" Type="http://schemas.openxmlformats.org/officeDocument/2006/relationships/slide" Target="slides/slide17.xml"/><Relationship Id="rId30" Type="http://schemas.openxmlformats.org/officeDocument/2006/relationships/slide" Target="slides/slide20.xml"/><Relationship Id="rId35" Type="http://schemas.openxmlformats.org/officeDocument/2006/relationships/slide" Target="slides/slide25.xml"/><Relationship Id="rId43" Type="http://schemas.openxmlformats.org/officeDocument/2006/relationships/slide" Target="slides/slide33.xml"/><Relationship Id="rId48" Type="http://schemas.openxmlformats.org/officeDocument/2006/relationships/theme" Target="theme/theme1.xml"/><Relationship Id="rId8" Type="http://schemas.openxmlformats.org/officeDocument/2006/relationships/slideMaster" Target="slideMasters/slideMaster8.xml"/><Relationship Id="rId51" Type="http://schemas.microsoft.com/office/2015/10/relationships/revisionInfo" Target="revisionInfo.xml"/><Relationship Id="rId3" Type="http://schemas.openxmlformats.org/officeDocument/2006/relationships/slideMaster" Target="slideMasters/slideMaster3.xml"/><Relationship Id="rId12" Type="http://schemas.openxmlformats.org/officeDocument/2006/relationships/slide" Target="slides/slide2.xml"/><Relationship Id="rId17" Type="http://schemas.openxmlformats.org/officeDocument/2006/relationships/slide" Target="slides/slide7.xml"/><Relationship Id="rId25" Type="http://schemas.openxmlformats.org/officeDocument/2006/relationships/slide" Target="slides/slide15.xml"/><Relationship Id="rId33" Type="http://schemas.openxmlformats.org/officeDocument/2006/relationships/slide" Target="slides/slide23.xml"/><Relationship Id="rId38" Type="http://schemas.openxmlformats.org/officeDocument/2006/relationships/slide" Target="slides/slide28.xml"/><Relationship Id="rId46" Type="http://schemas.openxmlformats.org/officeDocument/2006/relationships/presProps" Target="presProps.xml"/><Relationship Id="rId20" Type="http://schemas.openxmlformats.org/officeDocument/2006/relationships/slide" Target="slides/slide10.xml"/><Relationship Id="rId41" Type="http://schemas.openxmlformats.org/officeDocument/2006/relationships/slide" Target="slides/slide31.xml"/><Relationship Id="rId54" Type="http://schemas.openxmlformats.org/officeDocument/2006/relationships/customXml" Target="../customXml/item3.xml"/><Relationship Id="rId1" Type="http://schemas.openxmlformats.org/officeDocument/2006/relationships/slideMaster" Target="slideMasters/slideMaster1.xml"/><Relationship Id="rId6" Type="http://schemas.openxmlformats.org/officeDocument/2006/relationships/slideMaster" Target="slideMasters/slideMaster6.xml"/><Relationship Id="rId15" Type="http://schemas.openxmlformats.org/officeDocument/2006/relationships/slide" Target="slides/slide5.xml"/><Relationship Id="rId23" Type="http://schemas.openxmlformats.org/officeDocument/2006/relationships/slide" Target="slides/slide13.xml"/><Relationship Id="rId28" Type="http://schemas.openxmlformats.org/officeDocument/2006/relationships/slide" Target="slides/slide18.xml"/><Relationship Id="rId36" Type="http://schemas.openxmlformats.org/officeDocument/2006/relationships/slide" Target="slides/slide26.xml"/><Relationship Id="rId49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Nathali Silva" userId="4fc65303-b6c8-4204-bf62-05f1264bddba" providerId="ADAL" clId="{DA66C57C-8CD2-4014-B7DF-51140F61D30C}"/>
    <pc:docChg chg="custSel addSld delSld modSld">
      <pc:chgData name="Nathali Silva" userId="4fc65303-b6c8-4204-bf62-05f1264bddba" providerId="ADAL" clId="{DA66C57C-8CD2-4014-B7DF-51140F61D30C}" dt="2024-10-21T09:37:09.169" v="53" actId="478"/>
      <pc:docMkLst>
        <pc:docMk/>
      </pc:docMkLst>
      <pc:sldChg chg="delSp mod">
        <pc:chgData name="Nathali Silva" userId="4fc65303-b6c8-4204-bf62-05f1264bddba" providerId="ADAL" clId="{DA66C57C-8CD2-4014-B7DF-51140F61D30C}" dt="2024-10-21T09:35:20.873" v="29" actId="478"/>
        <pc:sldMkLst>
          <pc:docMk/>
          <pc:sldMk cId="0" sldId="259"/>
        </pc:sldMkLst>
        <pc:inkChg chg="del">
          <ac:chgData name="Nathali Silva" userId="4fc65303-b6c8-4204-bf62-05f1264bddba" providerId="ADAL" clId="{DA66C57C-8CD2-4014-B7DF-51140F61D30C}" dt="2024-10-21T09:35:20.873" v="29" actId="478"/>
          <ac:inkMkLst>
            <pc:docMk/>
            <pc:sldMk cId="0" sldId="259"/>
            <ac:inkMk id="3" creationId="{1BBC6AB4-A6B0-5148-8409-F0212C6925A1}"/>
          </ac:inkMkLst>
        </pc:inkChg>
      </pc:sldChg>
      <pc:sldChg chg="delSp mod">
        <pc:chgData name="Nathali Silva" userId="4fc65303-b6c8-4204-bf62-05f1264bddba" providerId="ADAL" clId="{DA66C57C-8CD2-4014-B7DF-51140F61D30C}" dt="2024-10-21T09:35:17.388" v="28" actId="478"/>
        <pc:sldMkLst>
          <pc:docMk/>
          <pc:sldMk cId="0" sldId="264"/>
        </pc:sldMkLst>
        <pc:inkChg chg="del">
          <ac:chgData name="Nathali Silva" userId="4fc65303-b6c8-4204-bf62-05f1264bddba" providerId="ADAL" clId="{DA66C57C-8CD2-4014-B7DF-51140F61D30C}" dt="2024-10-21T09:35:17.388" v="28" actId="478"/>
          <ac:inkMkLst>
            <pc:docMk/>
            <pc:sldMk cId="0" sldId="264"/>
            <ac:inkMk id="3" creationId="{A5A3FF2D-C7DF-8215-A927-670643961F44}"/>
          </ac:inkMkLst>
        </pc:inkChg>
      </pc:sldChg>
      <pc:sldChg chg="delSp mod">
        <pc:chgData name="Nathali Silva" userId="4fc65303-b6c8-4204-bf62-05f1264bddba" providerId="ADAL" clId="{DA66C57C-8CD2-4014-B7DF-51140F61D30C}" dt="2024-10-21T09:35:23.633" v="30" actId="478"/>
        <pc:sldMkLst>
          <pc:docMk/>
          <pc:sldMk cId="0" sldId="266"/>
        </pc:sldMkLst>
        <pc:inkChg chg="del">
          <ac:chgData name="Nathali Silva" userId="4fc65303-b6c8-4204-bf62-05f1264bddba" providerId="ADAL" clId="{DA66C57C-8CD2-4014-B7DF-51140F61D30C}" dt="2024-10-21T09:35:23.633" v="30" actId="478"/>
          <ac:inkMkLst>
            <pc:docMk/>
            <pc:sldMk cId="0" sldId="266"/>
            <ac:inkMk id="3" creationId="{9B077740-0868-6E82-556C-E03A31B65EBF}"/>
          </ac:inkMkLst>
        </pc:inkChg>
      </pc:sldChg>
      <pc:sldChg chg="delSp mod">
        <pc:chgData name="Nathali Silva" userId="4fc65303-b6c8-4204-bf62-05f1264bddba" providerId="ADAL" clId="{DA66C57C-8CD2-4014-B7DF-51140F61D30C}" dt="2024-10-21T09:35:31.678" v="32" actId="478"/>
        <pc:sldMkLst>
          <pc:docMk/>
          <pc:sldMk cId="0" sldId="268"/>
        </pc:sldMkLst>
        <pc:inkChg chg="del">
          <ac:chgData name="Nathali Silva" userId="4fc65303-b6c8-4204-bf62-05f1264bddba" providerId="ADAL" clId="{DA66C57C-8CD2-4014-B7DF-51140F61D30C}" dt="2024-10-21T09:35:31.678" v="32" actId="478"/>
          <ac:inkMkLst>
            <pc:docMk/>
            <pc:sldMk cId="0" sldId="268"/>
            <ac:inkMk id="3" creationId="{7597741C-0E44-1A85-A307-81210F5B3C73}"/>
          </ac:inkMkLst>
        </pc:inkChg>
      </pc:sldChg>
      <pc:sldChg chg="delSp mod">
        <pc:chgData name="Nathali Silva" userId="4fc65303-b6c8-4204-bf62-05f1264bddba" providerId="ADAL" clId="{DA66C57C-8CD2-4014-B7DF-51140F61D30C}" dt="2024-10-21T09:35:42.378" v="34" actId="478"/>
        <pc:sldMkLst>
          <pc:docMk/>
          <pc:sldMk cId="0" sldId="270"/>
        </pc:sldMkLst>
        <pc:inkChg chg="del">
          <ac:chgData name="Nathali Silva" userId="4fc65303-b6c8-4204-bf62-05f1264bddba" providerId="ADAL" clId="{DA66C57C-8CD2-4014-B7DF-51140F61D30C}" dt="2024-10-21T09:35:42.378" v="34" actId="478"/>
          <ac:inkMkLst>
            <pc:docMk/>
            <pc:sldMk cId="0" sldId="270"/>
            <ac:inkMk id="3" creationId="{AF2DADC6-1744-2413-3130-67EE93007E0A}"/>
          </ac:inkMkLst>
        </pc:inkChg>
      </pc:sldChg>
      <pc:sldChg chg="delSp mod">
        <pc:chgData name="Nathali Silva" userId="4fc65303-b6c8-4204-bf62-05f1264bddba" providerId="ADAL" clId="{DA66C57C-8CD2-4014-B7DF-51140F61D30C}" dt="2024-10-21T09:35:45.057" v="35" actId="478"/>
        <pc:sldMkLst>
          <pc:docMk/>
          <pc:sldMk cId="0" sldId="271"/>
        </pc:sldMkLst>
        <pc:inkChg chg="del">
          <ac:chgData name="Nathali Silva" userId="4fc65303-b6c8-4204-bf62-05f1264bddba" providerId="ADAL" clId="{DA66C57C-8CD2-4014-B7DF-51140F61D30C}" dt="2024-10-21T09:35:45.057" v="35" actId="478"/>
          <ac:inkMkLst>
            <pc:docMk/>
            <pc:sldMk cId="0" sldId="271"/>
            <ac:inkMk id="2" creationId="{A8DE919F-C7CD-CAFC-846C-61EECF74C2FF}"/>
          </ac:inkMkLst>
        </pc:inkChg>
      </pc:sldChg>
      <pc:sldChg chg="delSp mod">
        <pc:chgData name="Nathali Silva" userId="4fc65303-b6c8-4204-bf62-05f1264bddba" providerId="ADAL" clId="{DA66C57C-8CD2-4014-B7DF-51140F61D30C}" dt="2024-10-21T09:35:55.024" v="37" actId="478"/>
        <pc:sldMkLst>
          <pc:docMk/>
          <pc:sldMk cId="0" sldId="272"/>
        </pc:sldMkLst>
        <pc:inkChg chg="del">
          <ac:chgData name="Nathali Silva" userId="4fc65303-b6c8-4204-bf62-05f1264bddba" providerId="ADAL" clId="{DA66C57C-8CD2-4014-B7DF-51140F61D30C}" dt="2024-10-21T09:35:55.024" v="37" actId="478"/>
          <ac:inkMkLst>
            <pc:docMk/>
            <pc:sldMk cId="0" sldId="272"/>
            <ac:inkMk id="4" creationId="{1005C7EC-AC2B-BF85-F16C-0BD9035D1AB0}"/>
          </ac:inkMkLst>
        </pc:inkChg>
      </pc:sldChg>
      <pc:sldChg chg="delSp mod">
        <pc:chgData name="Nathali Silva" userId="4fc65303-b6c8-4204-bf62-05f1264bddba" providerId="ADAL" clId="{DA66C57C-8CD2-4014-B7DF-51140F61D30C}" dt="2024-10-21T09:35:59.680" v="38" actId="478"/>
        <pc:sldMkLst>
          <pc:docMk/>
          <pc:sldMk cId="0" sldId="275"/>
        </pc:sldMkLst>
        <pc:inkChg chg="del">
          <ac:chgData name="Nathali Silva" userId="4fc65303-b6c8-4204-bf62-05f1264bddba" providerId="ADAL" clId="{DA66C57C-8CD2-4014-B7DF-51140F61D30C}" dt="2024-10-21T09:35:59.680" v="38" actId="478"/>
          <ac:inkMkLst>
            <pc:docMk/>
            <pc:sldMk cId="0" sldId="275"/>
            <ac:inkMk id="11" creationId="{2B98C01A-1251-B722-04BC-AA6F21895C39}"/>
          </ac:inkMkLst>
        </pc:inkChg>
      </pc:sldChg>
      <pc:sldChg chg="delSp mod">
        <pc:chgData name="Nathali Silva" userId="4fc65303-b6c8-4204-bf62-05f1264bddba" providerId="ADAL" clId="{DA66C57C-8CD2-4014-B7DF-51140F61D30C}" dt="2024-10-21T09:36:06.644" v="39" actId="478"/>
        <pc:sldMkLst>
          <pc:docMk/>
          <pc:sldMk cId="0" sldId="276"/>
        </pc:sldMkLst>
        <pc:inkChg chg="del">
          <ac:chgData name="Nathali Silva" userId="4fc65303-b6c8-4204-bf62-05f1264bddba" providerId="ADAL" clId="{DA66C57C-8CD2-4014-B7DF-51140F61D30C}" dt="2024-10-21T09:36:06.644" v="39" actId="478"/>
          <ac:inkMkLst>
            <pc:docMk/>
            <pc:sldMk cId="0" sldId="276"/>
            <ac:inkMk id="7" creationId="{9E47C105-C668-0D19-7B68-711303EE05DE}"/>
          </ac:inkMkLst>
        </pc:inkChg>
      </pc:sldChg>
      <pc:sldChg chg="addSp delSp mod">
        <pc:chgData name="Nathali Silva" userId="4fc65303-b6c8-4204-bf62-05f1264bddba" providerId="ADAL" clId="{DA66C57C-8CD2-4014-B7DF-51140F61D30C}" dt="2024-10-21T09:36:16.556" v="42" actId="478"/>
        <pc:sldMkLst>
          <pc:docMk/>
          <pc:sldMk cId="0" sldId="278"/>
        </pc:sldMkLst>
        <pc:inkChg chg="add del">
          <ac:chgData name="Nathali Silva" userId="4fc65303-b6c8-4204-bf62-05f1264bddba" providerId="ADAL" clId="{DA66C57C-8CD2-4014-B7DF-51140F61D30C}" dt="2024-10-21T09:36:16.556" v="42" actId="478"/>
          <ac:inkMkLst>
            <pc:docMk/>
            <pc:sldMk cId="0" sldId="278"/>
            <ac:inkMk id="2" creationId="{225F9B2E-2F3F-AD18-187B-DE397B814800}"/>
          </ac:inkMkLst>
        </pc:inkChg>
      </pc:sldChg>
      <pc:sldChg chg="addSp delSp mod">
        <pc:chgData name="Nathali Silva" userId="4fc65303-b6c8-4204-bf62-05f1264bddba" providerId="ADAL" clId="{DA66C57C-8CD2-4014-B7DF-51140F61D30C}" dt="2024-10-21T09:36:22.784" v="44" actId="478"/>
        <pc:sldMkLst>
          <pc:docMk/>
          <pc:sldMk cId="0" sldId="279"/>
        </pc:sldMkLst>
        <pc:inkChg chg="add del">
          <ac:chgData name="Nathali Silva" userId="4fc65303-b6c8-4204-bf62-05f1264bddba" providerId="ADAL" clId="{DA66C57C-8CD2-4014-B7DF-51140F61D30C}" dt="2024-10-21T09:36:22.784" v="44" actId="478"/>
          <ac:inkMkLst>
            <pc:docMk/>
            <pc:sldMk cId="0" sldId="279"/>
            <ac:inkMk id="2" creationId="{12E7BC0C-4A29-A865-EB24-8083EF860C8E}"/>
          </ac:inkMkLst>
        </pc:inkChg>
      </pc:sldChg>
      <pc:sldChg chg="addSp delSp mod">
        <pc:chgData name="Nathali Silva" userId="4fc65303-b6c8-4204-bf62-05f1264bddba" providerId="ADAL" clId="{DA66C57C-8CD2-4014-B7DF-51140F61D30C}" dt="2024-10-21T09:36:37.947" v="47" actId="478"/>
        <pc:sldMkLst>
          <pc:docMk/>
          <pc:sldMk cId="0" sldId="280"/>
        </pc:sldMkLst>
        <pc:inkChg chg="del">
          <ac:chgData name="Nathali Silva" userId="4fc65303-b6c8-4204-bf62-05f1264bddba" providerId="ADAL" clId="{DA66C57C-8CD2-4014-B7DF-51140F61D30C}" dt="2024-10-10T03:46:52.250" v="1" actId="478"/>
          <ac:inkMkLst>
            <pc:docMk/>
            <pc:sldMk cId="0" sldId="280"/>
            <ac:inkMk id="2" creationId="{80919DED-C3A1-D175-7904-1A32C476DC44}"/>
          </ac:inkMkLst>
        </pc:inkChg>
        <pc:inkChg chg="add del">
          <ac:chgData name="Nathali Silva" userId="4fc65303-b6c8-4204-bf62-05f1264bddba" providerId="ADAL" clId="{DA66C57C-8CD2-4014-B7DF-51140F61D30C}" dt="2024-10-21T09:36:37.947" v="47" actId="478"/>
          <ac:inkMkLst>
            <pc:docMk/>
            <pc:sldMk cId="0" sldId="280"/>
            <ac:inkMk id="3" creationId="{87E5B8E6-6EFD-A9FF-C1B0-7D30C8BAFC0F}"/>
          </ac:inkMkLst>
        </pc:inkChg>
      </pc:sldChg>
      <pc:sldChg chg="delSp mod">
        <pc:chgData name="Nathali Silva" userId="4fc65303-b6c8-4204-bf62-05f1264bddba" providerId="ADAL" clId="{DA66C57C-8CD2-4014-B7DF-51140F61D30C}" dt="2024-10-21T09:36:10.902" v="40" actId="478"/>
        <pc:sldMkLst>
          <pc:docMk/>
          <pc:sldMk cId="0" sldId="290"/>
        </pc:sldMkLst>
        <pc:inkChg chg="del">
          <ac:chgData name="Nathali Silva" userId="4fc65303-b6c8-4204-bf62-05f1264bddba" providerId="ADAL" clId="{DA66C57C-8CD2-4014-B7DF-51140F61D30C}" dt="2024-10-21T09:36:10.902" v="40" actId="478"/>
          <ac:inkMkLst>
            <pc:docMk/>
            <pc:sldMk cId="0" sldId="290"/>
            <ac:inkMk id="5" creationId="{5FF9CFCE-9C20-CBD8-A54B-6E934CCC9726}"/>
          </ac:inkMkLst>
        </pc:inkChg>
      </pc:sldChg>
      <pc:sldChg chg="addSp delSp mod">
        <pc:chgData name="Nathali Silva" userId="4fc65303-b6c8-4204-bf62-05f1264bddba" providerId="ADAL" clId="{DA66C57C-8CD2-4014-B7DF-51140F61D30C}" dt="2024-10-21T09:37:00.025" v="51" actId="478"/>
        <pc:sldMkLst>
          <pc:docMk/>
          <pc:sldMk cId="0" sldId="294"/>
        </pc:sldMkLst>
        <pc:inkChg chg="add del">
          <ac:chgData name="Nathali Silva" userId="4fc65303-b6c8-4204-bf62-05f1264bddba" providerId="ADAL" clId="{DA66C57C-8CD2-4014-B7DF-51140F61D30C}" dt="2024-10-21T09:37:00.025" v="51" actId="478"/>
          <ac:inkMkLst>
            <pc:docMk/>
            <pc:sldMk cId="0" sldId="294"/>
            <ac:inkMk id="3" creationId="{972DDFFA-B92B-FAD0-1424-7B67BE47E939}"/>
          </ac:inkMkLst>
        </pc:inkChg>
      </pc:sldChg>
      <pc:sldChg chg="addSp delSp mod">
        <pc:chgData name="Nathali Silva" userId="4fc65303-b6c8-4204-bf62-05f1264bddba" providerId="ADAL" clId="{DA66C57C-8CD2-4014-B7DF-51140F61D30C}" dt="2024-10-21T09:36:27.498" v="45" actId="478"/>
        <pc:sldMkLst>
          <pc:docMk/>
          <pc:sldMk cId="0" sldId="295"/>
        </pc:sldMkLst>
        <pc:inkChg chg="add del">
          <ac:chgData name="Nathali Silva" userId="4fc65303-b6c8-4204-bf62-05f1264bddba" providerId="ADAL" clId="{DA66C57C-8CD2-4014-B7DF-51140F61D30C}" dt="2024-10-21T09:36:27.498" v="45" actId="478"/>
          <ac:inkMkLst>
            <pc:docMk/>
            <pc:sldMk cId="0" sldId="295"/>
            <ac:inkMk id="2" creationId="{6E1264AB-9DF6-8908-665F-AD1E00DC72A4}"/>
          </ac:inkMkLst>
        </pc:inkChg>
      </pc:sldChg>
      <pc:sldChg chg="addSp">
        <pc:chgData name="Nathali Silva" userId="4fc65303-b6c8-4204-bf62-05f1264bddba" providerId="ADAL" clId="{DA66C57C-8CD2-4014-B7DF-51140F61D30C}" dt="2024-10-10T03:46:47.677" v="0"/>
        <pc:sldMkLst>
          <pc:docMk/>
          <pc:sldMk cId="0" sldId="296"/>
        </pc:sldMkLst>
        <pc:inkChg chg="add">
          <ac:chgData name="Nathali Silva" userId="4fc65303-b6c8-4204-bf62-05f1264bddba" providerId="ADAL" clId="{DA66C57C-8CD2-4014-B7DF-51140F61D30C}" dt="2024-10-10T03:46:47.677" v="0"/>
          <ac:inkMkLst>
            <pc:docMk/>
            <pc:sldMk cId="0" sldId="296"/>
            <ac:inkMk id="2" creationId="{EB112BC8-040B-E77D-7DF9-066AA195369D}"/>
          </ac:inkMkLst>
        </pc:inkChg>
      </pc:sldChg>
      <pc:sldChg chg="addSp delSp mod">
        <pc:chgData name="Nathali Silva" userId="4fc65303-b6c8-4204-bf62-05f1264bddba" providerId="ADAL" clId="{DA66C57C-8CD2-4014-B7DF-51140F61D30C}" dt="2024-10-21T09:36:32.375" v="46" actId="478"/>
        <pc:sldMkLst>
          <pc:docMk/>
          <pc:sldMk cId="0" sldId="297"/>
        </pc:sldMkLst>
        <pc:inkChg chg="add del">
          <ac:chgData name="Nathali Silva" userId="4fc65303-b6c8-4204-bf62-05f1264bddba" providerId="ADAL" clId="{DA66C57C-8CD2-4014-B7DF-51140F61D30C}" dt="2024-10-21T09:36:32.375" v="46" actId="478"/>
          <ac:inkMkLst>
            <pc:docMk/>
            <pc:sldMk cId="0" sldId="297"/>
            <ac:inkMk id="2" creationId="{7316936C-C43A-0C65-907C-AD959D20C09F}"/>
          </ac:inkMkLst>
        </pc:inkChg>
      </pc:sldChg>
      <pc:sldChg chg="delSp mod">
        <pc:chgData name="Nathali Silva" userId="4fc65303-b6c8-4204-bf62-05f1264bddba" providerId="ADAL" clId="{DA66C57C-8CD2-4014-B7DF-51140F61D30C}" dt="2024-10-10T03:47:02.105" v="3" actId="478"/>
        <pc:sldMkLst>
          <pc:docMk/>
          <pc:sldMk cId="0" sldId="303"/>
        </pc:sldMkLst>
        <pc:inkChg chg="del">
          <ac:chgData name="Nathali Silva" userId="4fc65303-b6c8-4204-bf62-05f1264bddba" providerId="ADAL" clId="{DA66C57C-8CD2-4014-B7DF-51140F61D30C}" dt="2024-10-10T03:47:02.105" v="3" actId="478"/>
          <ac:inkMkLst>
            <pc:docMk/>
            <pc:sldMk cId="0" sldId="303"/>
            <ac:inkMk id="2" creationId="{D944D565-6C11-5ECF-6DB0-8B0A7C4D7EBF}"/>
          </ac:inkMkLst>
        </pc:inkChg>
      </pc:sldChg>
      <pc:sldChg chg="delSp mod">
        <pc:chgData name="Nathali Silva" userId="4fc65303-b6c8-4204-bf62-05f1264bddba" providerId="ADAL" clId="{DA66C57C-8CD2-4014-B7DF-51140F61D30C}" dt="2024-10-10T03:47:13.959" v="6" actId="478"/>
        <pc:sldMkLst>
          <pc:docMk/>
          <pc:sldMk cId="0" sldId="304"/>
        </pc:sldMkLst>
        <pc:inkChg chg="del">
          <ac:chgData name="Nathali Silva" userId="4fc65303-b6c8-4204-bf62-05f1264bddba" providerId="ADAL" clId="{DA66C57C-8CD2-4014-B7DF-51140F61D30C}" dt="2024-10-10T03:47:13.959" v="6" actId="478"/>
          <ac:inkMkLst>
            <pc:docMk/>
            <pc:sldMk cId="0" sldId="304"/>
            <ac:inkMk id="2" creationId="{576E8B95-AD67-E40B-B16F-1C51B17CF0B4}"/>
          </ac:inkMkLst>
        </pc:inkChg>
      </pc:sldChg>
      <pc:sldChg chg="delSp mod">
        <pc:chgData name="Nathali Silva" userId="4fc65303-b6c8-4204-bf62-05f1264bddba" providerId="ADAL" clId="{DA66C57C-8CD2-4014-B7DF-51140F61D30C}" dt="2024-10-21T09:35:26.956" v="31" actId="478"/>
        <pc:sldMkLst>
          <pc:docMk/>
          <pc:sldMk cId="0" sldId="309"/>
        </pc:sldMkLst>
        <pc:inkChg chg="del">
          <ac:chgData name="Nathali Silva" userId="4fc65303-b6c8-4204-bf62-05f1264bddba" providerId="ADAL" clId="{DA66C57C-8CD2-4014-B7DF-51140F61D30C}" dt="2024-10-21T09:35:26.956" v="31" actId="478"/>
          <ac:inkMkLst>
            <pc:docMk/>
            <pc:sldMk cId="0" sldId="309"/>
            <ac:inkMk id="3" creationId="{41F2AF68-01F5-5AF9-9B44-276CF9F807E2}"/>
          </ac:inkMkLst>
        </pc:inkChg>
      </pc:sldChg>
      <pc:sldChg chg="addSp delSp mod">
        <pc:chgData name="Nathali Silva" userId="4fc65303-b6c8-4204-bf62-05f1264bddba" providerId="ADAL" clId="{DA66C57C-8CD2-4014-B7DF-51140F61D30C}" dt="2024-10-21T09:37:05.257" v="52" actId="478"/>
        <pc:sldMkLst>
          <pc:docMk/>
          <pc:sldMk cId="351053806" sldId="311"/>
        </pc:sldMkLst>
        <pc:inkChg chg="add del">
          <ac:chgData name="Nathali Silva" userId="4fc65303-b6c8-4204-bf62-05f1264bddba" providerId="ADAL" clId="{DA66C57C-8CD2-4014-B7DF-51140F61D30C}" dt="2024-10-21T09:37:05.257" v="52" actId="478"/>
          <ac:inkMkLst>
            <pc:docMk/>
            <pc:sldMk cId="351053806" sldId="311"/>
            <ac:inkMk id="4" creationId="{2FB89E17-FC15-81F0-E565-6371C8F4E0BB}"/>
          </ac:inkMkLst>
        </pc:inkChg>
        <pc:inkChg chg="del">
          <ac:chgData name="Nathali Silva" userId="4fc65303-b6c8-4204-bf62-05f1264bddba" providerId="ADAL" clId="{DA66C57C-8CD2-4014-B7DF-51140F61D30C}" dt="2024-10-10T03:47:05.093" v="4" actId="478"/>
          <ac:inkMkLst>
            <pc:docMk/>
            <pc:sldMk cId="351053806" sldId="311"/>
            <ac:inkMk id="4" creationId="{619D3490-818D-EA22-D4A0-1A4BFD6E9277}"/>
          </ac:inkMkLst>
        </pc:inkChg>
      </pc:sldChg>
      <pc:sldChg chg="addSp delSp mod">
        <pc:chgData name="Nathali Silva" userId="4fc65303-b6c8-4204-bf62-05f1264bddba" providerId="ADAL" clId="{DA66C57C-8CD2-4014-B7DF-51140F61D30C}" dt="2024-10-21T09:37:09.169" v="53" actId="478"/>
        <pc:sldMkLst>
          <pc:docMk/>
          <pc:sldMk cId="434579395" sldId="312"/>
        </pc:sldMkLst>
        <pc:inkChg chg="del">
          <ac:chgData name="Nathali Silva" userId="4fc65303-b6c8-4204-bf62-05f1264bddba" providerId="ADAL" clId="{DA66C57C-8CD2-4014-B7DF-51140F61D30C}" dt="2024-10-10T03:47:08.887" v="5" actId="478"/>
          <ac:inkMkLst>
            <pc:docMk/>
            <pc:sldMk cId="434579395" sldId="312"/>
            <ac:inkMk id="4" creationId="{BAF2DB90-8436-58D3-7F62-A2331DED0FA6}"/>
          </ac:inkMkLst>
        </pc:inkChg>
        <pc:inkChg chg="add del">
          <ac:chgData name="Nathali Silva" userId="4fc65303-b6c8-4204-bf62-05f1264bddba" providerId="ADAL" clId="{DA66C57C-8CD2-4014-B7DF-51140F61D30C}" dt="2024-10-21T09:37:09.169" v="53" actId="478"/>
          <ac:inkMkLst>
            <pc:docMk/>
            <pc:sldMk cId="434579395" sldId="312"/>
            <ac:inkMk id="4" creationId="{DC176A0E-7561-337E-6134-84A759A2BD48}"/>
          </ac:inkMkLst>
        </pc:inkChg>
      </pc:sldChg>
      <pc:sldChg chg="del">
        <pc:chgData name="Nathali Silva" userId="4fc65303-b6c8-4204-bf62-05f1264bddba" providerId="ADAL" clId="{DA66C57C-8CD2-4014-B7DF-51140F61D30C}" dt="2024-10-21T09:35:50.833" v="36" actId="47"/>
        <pc:sldMkLst>
          <pc:docMk/>
          <pc:sldMk cId="3152264231" sldId="319"/>
        </pc:sldMkLst>
      </pc:sldChg>
      <pc:sldChg chg="del">
        <pc:chgData name="Nathali Silva" userId="4fc65303-b6c8-4204-bf62-05f1264bddba" providerId="ADAL" clId="{DA66C57C-8CD2-4014-B7DF-51140F61D30C}" dt="2024-10-21T09:36:13.608" v="41" actId="47"/>
        <pc:sldMkLst>
          <pc:docMk/>
          <pc:sldMk cId="1929676577" sldId="320"/>
        </pc:sldMkLst>
      </pc:sldChg>
      <pc:sldChg chg="del">
        <pc:chgData name="Nathali Silva" userId="4fc65303-b6c8-4204-bf62-05f1264bddba" providerId="ADAL" clId="{DA66C57C-8CD2-4014-B7DF-51140F61D30C}" dt="2024-10-21T09:36:19.941" v="43" actId="47"/>
        <pc:sldMkLst>
          <pc:docMk/>
          <pc:sldMk cId="2245662478" sldId="321"/>
        </pc:sldMkLst>
      </pc:sldChg>
      <pc:sldChg chg="addSp delSp del mod">
        <pc:chgData name="Nathali Silva" userId="4fc65303-b6c8-4204-bf62-05f1264bddba" providerId="ADAL" clId="{DA66C57C-8CD2-4014-B7DF-51140F61D30C}" dt="2024-10-21T09:36:48.389" v="49" actId="47"/>
        <pc:sldMkLst>
          <pc:docMk/>
          <pc:sldMk cId="771608475" sldId="322"/>
        </pc:sldMkLst>
        <pc:inkChg chg="del">
          <ac:chgData name="Nathali Silva" userId="4fc65303-b6c8-4204-bf62-05f1264bddba" providerId="ADAL" clId="{DA66C57C-8CD2-4014-B7DF-51140F61D30C}" dt="2024-10-10T03:46:55.334" v="2" actId="478"/>
          <ac:inkMkLst>
            <pc:docMk/>
            <pc:sldMk cId="771608475" sldId="322"/>
            <ac:inkMk id="7" creationId="{23BCC1AA-710E-07C7-21C4-166CAA442ECC}"/>
          </ac:inkMkLst>
        </pc:inkChg>
        <pc:inkChg chg="add del">
          <ac:chgData name="Nathali Silva" userId="4fc65303-b6c8-4204-bf62-05f1264bddba" providerId="ADAL" clId="{DA66C57C-8CD2-4014-B7DF-51140F61D30C}" dt="2024-10-21T09:36:43.664" v="48" actId="478"/>
          <ac:inkMkLst>
            <pc:docMk/>
            <pc:sldMk cId="771608475" sldId="322"/>
            <ac:inkMk id="8" creationId="{65573D4A-CEFC-C9FE-F2F2-1C6EA3C3442B}"/>
          </ac:inkMkLst>
        </pc:inkChg>
      </pc:sldChg>
      <pc:sldChg chg="del">
        <pc:chgData name="Nathali Silva" userId="4fc65303-b6c8-4204-bf62-05f1264bddba" providerId="ADAL" clId="{DA66C57C-8CD2-4014-B7DF-51140F61D30C}" dt="2024-10-21T09:35:37.491" v="33" actId="47"/>
        <pc:sldMkLst>
          <pc:docMk/>
          <pc:sldMk cId="1647275231" sldId="323"/>
        </pc:sldMkLst>
      </pc:sldChg>
      <pc:sldChg chg="addSp modSp new del mod modAnim">
        <pc:chgData name="Nathali Silva" userId="4fc65303-b6c8-4204-bf62-05f1264bddba" providerId="ADAL" clId="{DA66C57C-8CD2-4014-B7DF-51140F61D30C}" dt="2024-10-21T09:36:57.914" v="50" actId="47"/>
        <pc:sldMkLst>
          <pc:docMk/>
          <pc:sldMk cId="3857590023" sldId="324"/>
        </pc:sldMkLst>
        <pc:spChg chg="add mod">
          <ac:chgData name="Nathali Silva" userId="4fc65303-b6c8-4204-bf62-05f1264bddba" providerId="ADAL" clId="{DA66C57C-8CD2-4014-B7DF-51140F61D30C}" dt="2024-10-10T04:09:15.999" v="9"/>
          <ac:spMkLst>
            <pc:docMk/>
            <pc:sldMk cId="3857590023" sldId="324"/>
            <ac:spMk id="6" creationId="{B91DEE37-85A6-DCBF-D4A7-590A22A8E36B}"/>
          </ac:spMkLst>
        </pc:spChg>
        <pc:graphicFrameChg chg="add mod modGraphic">
          <ac:chgData name="Nathali Silva" userId="4fc65303-b6c8-4204-bf62-05f1264bddba" providerId="ADAL" clId="{DA66C57C-8CD2-4014-B7DF-51140F61D30C}" dt="2024-10-10T04:10:22.010" v="26" actId="2166"/>
          <ac:graphicFrameMkLst>
            <pc:docMk/>
            <pc:sldMk cId="3857590023" sldId="324"/>
            <ac:graphicFrameMk id="5" creationId="{3A8A357A-4CDA-CD30-DB30-CAEA08F6E200}"/>
          </ac:graphicFrameMkLst>
        </pc:graphicFrameChg>
        <pc:inkChg chg="add">
          <ac:chgData name="Nathali Silva" userId="4fc65303-b6c8-4204-bf62-05f1264bddba" providerId="ADAL" clId="{DA66C57C-8CD2-4014-B7DF-51140F61D30C}" dt="2024-10-10T04:52:46.640" v="27"/>
          <ac:inkMkLst>
            <pc:docMk/>
            <pc:sldMk cId="3857590023" sldId="324"/>
            <ac:inkMk id="7" creationId="{8762815C-FC84-5C41-C377-EABDA576ADA7}"/>
          </ac:inkMkLst>
        </pc:inkChg>
      </pc:sldChg>
    </pc:docChg>
  </pc:docChgLst>
  <pc:docChgLst>
    <pc:chgData name="Nathali Silva" userId="4fc65303-b6c8-4204-bf62-05f1264bddba" providerId="ADAL" clId="{51CCF762-0860-4B38-A76A-6511AB6E0677}"/>
    <pc:docChg chg="custSel addSld modSld">
      <pc:chgData name="Nathali Silva" userId="4fc65303-b6c8-4204-bf62-05f1264bddba" providerId="ADAL" clId="{51CCF762-0860-4B38-A76A-6511AB6E0677}" dt="2024-05-03T05:49:11.752" v="29"/>
      <pc:docMkLst>
        <pc:docMk/>
      </pc:docMkLst>
      <pc:sldChg chg="addSp">
        <pc:chgData name="Nathali Silva" userId="4fc65303-b6c8-4204-bf62-05f1264bddba" providerId="ADAL" clId="{51CCF762-0860-4B38-A76A-6511AB6E0677}" dt="2024-04-26T05:39:29.179" v="1"/>
        <pc:sldMkLst>
          <pc:docMk/>
          <pc:sldMk cId="0" sldId="259"/>
        </pc:sldMkLst>
        <pc:inkChg chg="add">
          <ac:chgData name="Nathali Silva" userId="4fc65303-b6c8-4204-bf62-05f1264bddba" providerId="ADAL" clId="{51CCF762-0860-4B38-A76A-6511AB6E0677}" dt="2024-04-26T05:39:29.179" v="1"/>
          <ac:inkMkLst>
            <pc:docMk/>
            <pc:sldMk cId="0" sldId="259"/>
            <ac:inkMk id="2" creationId="{4C77EBAF-DE77-3FCF-05E2-FC891DF08312}"/>
          </ac:inkMkLst>
        </pc:inkChg>
      </pc:sldChg>
      <pc:sldChg chg="addSp">
        <pc:chgData name="Nathali Silva" userId="4fc65303-b6c8-4204-bf62-05f1264bddba" providerId="ADAL" clId="{51CCF762-0860-4B38-A76A-6511AB6E0677}" dt="2024-04-26T05:39:29.179" v="1"/>
        <pc:sldMkLst>
          <pc:docMk/>
          <pc:sldMk cId="0" sldId="264"/>
        </pc:sldMkLst>
        <pc:inkChg chg="add">
          <ac:chgData name="Nathali Silva" userId="4fc65303-b6c8-4204-bf62-05f1264bddba" providerId="ADAL" clId="{51CCF762-0860-4B38-A76A-6511AB6E0677}" dt="2024-04-26T05:39:29.179" v="1"/>
          <ac:inkMkLst>
            <pc:docMk/>
            <pc:sldMk cId="0" sldId="264"/>
            <ac:inkMk id="2" creationId="{4080E7AC-AC42-4E00-0307-70BDFA421358}"/>
          </ac:inkMkLst>
        </pc:inkChg>
      </pc:sldChg>
      <pc:sldChg chg="addSp">
        <pc:chgData name="Nathali Silva" userId="4fc65303-b6c8-4204-bf62-05f1264bddba" providerId="ADAL" clId="{51CCF762-0860-4B38-A76A-6511AB6E0677}" dt="2024-04-26T05:39:29.179" v="1"/>
        <pc:sldMkLst>
          <pc:docMk/>
          <pc:sldMk cId="0" sldId="266"/>
        </pc:sldMkLst>
        <pc:inkChg chg="add">
          <ac:chgData name="Nathali Silva" userId="4fc65303-b6c8-4204-bf62-05f1264bddba" providerId="ADAL" clId="{51CCF762-0860-4B38-A76A-6511AB6E0677}" dt="2024-04-26T05:39:29.179" v="1"/>
          <ac:inkMkLst>
            <pc:docMk/>
            <pc:sldMk cId="0" sldId="266"/>
            <ac:inkMk id="2" creationId="{CFDB8234-904F-4020-66F8-401071202A79}"/>
          </ac:inkMkLst>
        </pc:inkChg>
      </pc:sldChg>
      <pc:sldChg chg="addSp">
        <pc:chgData name="Nathali Silva" userId="4fc65303-b6c8-4204-bf62-05f1264bddba" providerId="ADAL" clId="{51CCF762-0860-4B38-A76A-6511AB6E0677}" dt="2024-04-26T05:39:29.179" v="1"/>
        <pc:sldMkLst>
          <pc:docMk/>
          <pc:sldMk cId="0" sldId="267"/>
        </pc:sldMkLst>
        <pc:inkChg chg="add">
          <ac:chgData name="Nathali Silva" userId="4fc65303-b6c8-4204-bf62-05f1264bddba" providerId="ADAL" clId="{51CCF762-0860-4B38-A76A-6511AB6E0677}" dt="2024-04-26T05:39:29.179" v="1"/>
          <ac:inkMkLst>
            <pc:docMk/>
            <pc:sldMk cId="0" sldId="267"/>
            <ac:inkMk id="2" creationId="{A9541A78-3BD6-FE4E-BEB4-2E8963C4FC6B}"/>
          </ac:inkMkLst>
        </pc:inkChg>
      </pc:sldChg>
      <pc:sldChg chg="addSp">
        <pc:chgData name="Nathali Silva" userId="4fc65303-b6c8-4204-bf62-05f1264bddba" providerId="ADAL" clId="{51CCF762-0860-4B38-A76A-6511AB6E0677}" dt="2024-04-26T05:39:29.179" v="1"/>
        <pc:sldMkLst>
          <pc:docMk/>
          <pc:sldMk cId="0" sldId="268"/>
        </pc:sldMkLst>
        <pc:inkChg chg="add">
          <ac:chgData name="Nathali Silva" userId="4fc65303-b6c8-4204-bf62-05f1264bddba" providerId="ADAL" clId="{51CCF762-0860-4B38-A76A-6511AB6E0677}" dt="2024-04-26T05:39:29.179" v="1"/>
          <ac:inkMkLst>
            <pc:docMk/>
            <pc:sldMk cId="0" sldId="268"/>
            <ac:inkMk id="2" creationId="{F53B7CE5-0EB6-FEAE-48EC-8C3BB8BAB607}"/>
          </ac:inkMkLst>
        </pc:inkChg>
      </pc:sldChg>
      <pc:sldChg chg="addSp">
        <pc:chgData name="Nathali Silva" userId="4fc65303-b6c8-4204-bf62-05f1264bddba" providerId="ADAL" clId="{51CCF762-0860-4B38-A76A-6511AB6E0677}" dt="2024-04-26T05:39:29.179" v="1"/>
        <pc:sldMkLst>
          <pc:docMk/>
          <pc:sldMk cId="0" sldId="270"/>
        </pc:sldMkLst>
        <pc:inkChg chg="add">
          <ac:chgData name="Nathali Silva" userId="4fc65303-b6c8-4204-bf62-05f1264bddba" providerId="ADAL" clId="{51CCF762-0860-4B38-A76A-6511AB6E0677}" dt="2024-04-26T05:39:29.179" v="1"/>
          <ac:inkMkLst>
            <pc:docMk/>
            <pc:sldMk cId="0" sldId="270"/>
            <ac:inkMk id="2" creationId="{B77B4CF0-2E08-BFF1-A113-4C88770F0865}"/>
          </ac:inkMkLst>
        </pc:inkChg>
      </pc:sldChg>
      <pc:sldChg chg="addSp modSp mod modAnim">
        <pc:chgData name="Nathali Silva" userId="4fc65303-b6c8-4204-bf62-05f1264bddba" providerId="ADAL" clId="{51CCF762-0860-4B38-A76A-6511AB6E0677}" dt="2024-04-26T06:10:58.056" v="10"/>
        <pc:sldMkLst>
          <pc:docMk/>
          <pc:sldMk cId="0" sldId="272"/>
        </pc:sldMkLst>
        <pc:graphicFrameChg chg="add mod">
          <ac:chgData name="Nathali Silva" userId="4fc65303-b6c8-4204-bf62-05f1264bddba" providerId="ADAL" clId="{51CCF762-0860-4B38-A76A-6511AB6E0677}" dt="2024-04-26T05:50:15.101" v="9" actId="1076"/>
          <ac:graphicFrameMkLst>
            <pc:docMk/>
            <pc:sldMk cId="0" sldId="272"/>
            <ac:graphicFrameMk id="2" creationId="{43C7B5B2-50C9-D327-4297-AC041DAEB937}"/>
          </ac:graphicFrameMkLst>
        </pc:graphicFrameChg>
        <pc:inkChg chg="add">
          <ac:chgData name="Nathali Silva" userId="4fc65303-b6c8-4204-bf62-05f1264bddba" providerId="ADAL" clId="{51CCF762-0860-4B38-A76A-6511AB6E0677}" dt="2024-04-26T06:10:58.056" v="10"/>
          <ac:inkMkLst>
            <pc:docMk/>
            <pc:sldMk cId="0" sldId="272"/>
            <ac:inkMk id="3" creationId="{101F58DA-65E8-2A2A-2C99-BB936861BCBD}"/>
          </ac:inkMkLst>
        </pc:inkChg>
      </pc:sldChg>
      <pc:sldChg chg="modSp">
        <pc:chgData name="Nathali Silva" userId="4fc65303-b6c8-4204-bf62-05f1264bddba" providerId="ADAL" clId="{51CCF762-0860-4B38-A76A-6511AB6E0677}" dt="2024-04-26T05:39:57.755" v="4" actId="1076"/>
        <pc:sldMkLst>
          <pc:docMk/>
          <pc:sldMk cId="0" sldId="274"/>
        </pc:sldMkLst>
        <pc:spChg chg="mod">
          <ac:chgData name="Nathali Silva" userId="4fc65303-b6c8-4204-bf62-05f1264bddba" providerId="ADAL" clId="{51CCF762-0860-4B38-A76A-6511AB6E0677}" dt="2024-04-26T05:39:57.755" v="4" actId="1076"/>
          <ac:spMkLst>
            <pc:docMk/>
            <pc:sldMk cId="0" sldId="274"/>
            <ac:spMk id="37891" creationId="{00000000-0000-0000-0000-000000000000}"/>
          </ac:spMkLst>
        </pc:spChg>
      </pc:sldChg>
      <pc:sldChg chg="addSp">
        <pc:chgData name="Nathali Silva" userId="4fc65303-b6c8-4204-bf62-05f1264bddba" providerId="ADAL" clId="{51CCF762-0860-4B38-A76A-6511AB6E0677}" dt="2024-04-26T06:17:59.734" v="12"/>
        <pc:sldMkLst>
          <pc:docMk/>
          <pc:sldMk cId="0" sldId="278"/>
        </pc:sldMkLst>
        <pc:inkChg chg="add">
          <ac:chgData name="Nathali Silva" userId="4fc65303-b6c8-4204-bf62-05f1264bddba" providerId="ADAL" clId="{51CCF762-0860-4B38-A76A-6511AB6E0677}" dt="2024-04-26T06:17:59.734" v="12"/>
          <ac:inkMkLst>
            <pc:docMk/>
            <pc:sldMk cId="0" sldId="278"/>
            <ac:inkMk id="2" creationId="{58B50785-D892-659A-17C2-A74319C7DF95}"/>
          </ac:inkMkLst>
        </pc:inkChg>
      </pc:sldChg>
      <pc:sldChg chg="addSp">
        <pc:chgData name="Nathali Silva" userId="4fc65303-b6c8-4204-bf62-05f1264bddba" providerId="ADAL" clId="{51CCF762-0860-4B38-A76A-6511AB6E0677}" dt="2024-05-03T05:14:19.714" v="21"/>
        <pc:sldMkLst>
          <pc:docMk/>
          <pc:sldMk cId="0" sldId="280"/>
        </pc:sldMkLst>
        <pc:inkChg chg="add">
          <ac:chgData name="Nathali Silva" userId="4fc65303-b6c8-4204-bf62-05f1264bddba" providerId="ADAL" clId="{51CCF762-0860-4B38-A76A-6511AB6E0677}" dt="2024-05-03T05:14:19.714" v="21"/>
          <ac:inkMkLst>
            <pc:docMk/>
            <pc:sldMk cId="0" sldId="280"/>
            <ac:inkMk id="2" creationId="{80919DED-C3A1-D175-7904-1A32C476DC44}"/>
          </ac:inkMkLst>
        </pc:inkChg>
      </pc:sldChg>
      <pc:sldChg chg="addSp">
        <pc:chgData name="Nathali Silva" userId="4fc65303-b6c8-4204-bf62-05f1264bddba" providerId="ADAL" clId="{51CCF762-0860-4B38-A76A-6511AB6E0677}" dt="2024-04-26T06:17:59.734" v="12"/>
        <pc:sldMkLst>
          <pc:docMk/>
          <pc:sldMk cId="0" sldId="290"/>
        </pc:sldMkLst>
        <pc:inkChg chg="add">
          <ac:chgData name="Nathali Silva" userId="4fc65303-b6c8-4204-bf62-05f1264bddba" providerId="ADAL" clId="{51CCF762-0860-4B38-A76A-6511AB6E0677}" dt="2024-04-26T06:10:58.056" v="10"/>
          <ac:inkMkLst>
            <pc:docMk/>
            <pc:sldMk cId="0" sldId="290"/>
            <ac:inkMk id="3" creationId="{1445DE31-EFEB-CDE2-DB4E-3F8D8F878D0C}"/>
          </ac:inkMkLst>
        </pc:inkChg>
        <pc:inkChg chg="add">
          <ac:chgData name="Nathali Silva" userId="4fc65303-b6c8-4204-bf62-05f1264bddba" providerId="ADAL" clId="{51CCF762-0860-4B38-A76A-6511AB6E0677}" dt="2024-04-26T06:17:59.734" v="12"/>
          <ac:inkMkLst>
            <pc:docMk/>
            <pc:sldMk cId="0" sldId="290"/>
            <ac:inkMk id="4" creationId="{7F97579C-58F0-59A4-A1E4-C3CE899B4A3C}"/>
          </ac:inkMkLst>
        </pc:inkChg>
      </pc:sldChg>
      <pc:sldChg chg="addSp">
        <pc:chgData name="Nathali Silva" userId="4fc65303-b6c8-4204-bf62-05f1264bddba" providerId="ADAL" clId="{51CCF762-0860-4B38-A76A-6511AB6E0677}" dt="2024-05-03T05:49:11.752" v="29"/>
        <pc:sldMkLst>
          <pc:docMk/>
          <pc:sldMk cId="0" sldId="303"/>
        </pc:sldMkLst>
        <pc:inkChg chg="add">
          <ac:chgData name="Nathali Silva" userId="4fc65303-b6c8-4204-bf62-05f1264bddba" providerId="ADAL" clId="{51CCF762-0860-4B38-A76A-6511AB6E0677}" dt="2024-05-03T05:49:11.752" v="29"/>
          <ac:inkMkLst>
            <pc:docMk/>
            <pc:sldMk cId="0" sldId="303"/>
            <ac:inkMk id="2" creationId="{D944D565-6C11-5ECF-6DB0-8B0A7C4D7EBF}"/>
          </ac:inkMkLst>
        </pc:inkChg>
      </pc:sldChg>
      <pc:sldChg chg="addSp">
        <pc:chgData name="Nathali Silva" userId="4fc65303-b6c8-4204-bf62-05f1264bddba" providerId="ADAL" clId="{51CCF762-0860-4B38-A76A-6511AB6E0677}" dt="2024-05-03T05:49:11.752" v="29"/>
        <pc:sldMkLst>
          <pc:docMk/>
          <pc:sldMk cId="0" sldId="304"/>
        </pc:sldMkLst>
        <pc:inkChg chg="add">
          <ac:chgData name="Nathali Silva" userId="4fc65303-b6c8-4204-bf62-05f1264bddba" providerId="ADAL" clId="{51CCF762-0860-4B38-A76A-6511AB6E0677}" dt="2024-05-03T05:49:11.752" v="29"/>
          <ac:inkMkLst>
            <pc:docMk/>
            <pc:sldMk cId="0" sldId="304"/>
            <ac:inkMk id="2" creationId="{576E8B95-AD67-E40B-B16F-1C51B17CF0B4}"/>
          </ac:inkMkLst>
        </pc:inkChg>
      </pc:sldChg>
      <pc:sldChg chg="addSp">
        <pc:chgData name="Nathali Silva" userId="4fc65303-b6c8-4204-bf62-05f1264bddba" providerId="ADAL" clId="{51CCF762-0860-4B38-A76A-6511AB6E0677}" dt="2024-04-26T05:39:29.179" v="1"/>
        <pc:sldMkLst>
          <pc:docMk/>
          <pc:sldMk cId="0" sldId="309"/>
        </pc:sldMkLst>
        <pc:inkChg chg="add">
          <ac:chgData name="Nathali Silva" userId="4fc65303-b6c8-4204-bf62-05f1264bddba" providerId="ADAL" clId="{51CCF762-0860-4B38-A76A-6511AB6E0677}" dt="2024-04-26T05:39:29.179" v="1"/>
          <ac:inkMkLst>
            <pc:docMk/>
            <pc:sldMk cId="0" sldId="309"/>
            <ac:inkMk id="2" creationId="{58EDD39A-7897-D785-E959-F2E0D2BAEABC}"/>
          </ac:inkMkLst>
        </pc:inkChg>
      </pc:sldChg>
      <pc:sldChg chg="addSp">
        <pc:chgData name="Nathali Silva" userId="4fc65303-b6c8-4204-bf62-05f1264bddba" providerId="ADAL" clId="{51CCF762-0860-4B38-A76A-6511AB6E0677}" dt="2024-05-03T05:49:11.752" v="29"/>
        <pc:sldMkLst>
          <pc:docMk/>
          <pc:sldMk cId="351053806" sldId="311"/>
        </pc:sldMkLst>
        <pc:inkChg chg="add">
          <ac:chgData name="Nathali Silva" userId="4fc65303-b6c8-4204-bf62-05f1264bddba" providerId="ADAL" clId="{51CCF762-0860-4B38-A76A-6511AB6E0677}" dt="2024-05-03T05:49:11.752" v="29"/>
          <ac:inkMkLst>
            <pc:docMk/>
            <pc:sldMk cId="351053806" sldId="311"/>
            <ac:inkMk id="4" creationId="{619D3490-818D-EA22-D4A0-1A4BFD6E9277}"/>
          </ac:inkMkLst>
        </pc:inkChg>
      </pc:sldChg>
      <pc:sldChg chg="addSp">
        <pc:chgData name="Nathali Silva" userId="4fc65303-b6c8-4204-bf62-05f1264bddba" providerId="ADAL" clId="{51CCF762-0860-4B38-A76A-6511AB6E0677}" dt="2024-05-03T05:49:11.752" v="29"/>
        <pc:sldMkLst>
          <pc:docMk/>
          <pc:sldMk cId="434579395" sldId="312"/>
        </pc:sldMkLst>
        <pc:inkChg chg="add">
          <ac:chgData name="Nathali Silva" userId="4fc65303-b6c8-4204-bf62-05f1264bddba" providerId="ADAL" clId="{51CCF762-0860-4B38-A76A-6511AB6E0677}" dt="2024-05-03T05:49:11.752" v="29"/>
          <ac:inkMkLst>
            <pc:docMk/>
            <pc:sldMk cId="434579395" sldId="312"/>
            <ac:inkMk id="4" creationId="{BAF2DB90-8436-58D3-7F62-A2331DED0FA6}"/>
          </ac:inkMkLst>
        </pc:inkChg>
      </pc:sldChg>
      <pc:sldChg chg="addSp modSp mod">
        <pc:chgData name="Nathali Silva" userId="4fc65303-b6c8-4204-bf62-05f1264bddba" providerId="ADAL" clId="{51CCF762-0860-4B38-A76A-6511AB6E0677}" dt="2024-05-03T05:04:20.842" v="20" actId="1076"/>
        <pc:sldMkLst>
          <pc:docMk/>
          <pc:sldMk cId="1271802286" sldId="318"/>
        </pc:sldMkLst>
        <pc:spChg chg="mod">
          <ac:chgData name="Nathali Silva" userId="4fc65303-b6c8-4204-bf62-05f1264bddba" providerId="ADAL" clId="{51CCF762-0860-4B38-A76A-6511AB6E0677}" dt="2024-05-03T05:04:20.842" v="20" actId="1076"/>
          <ac:spMkLst>
            <pc:docMk/>
            <pc:sldMk cId="1271802286" sldId="318"/>
            <ac:spMk id="6" creationId="{00000000-0000-0000-0000-000000000000}"/>
          </ac:spMkLst>
        </pc:spChg>
        <pc:inkChg chg="add">
          <ac:chgData name="Nathali Silva" userId="4fc65303-b6c8-4204-bf62-05f1264bddba" providerId="ADAL" clId="{51CCF762-0860-4B38-A76A-6511AB6E0677}" dt="2024-04-26T05:27:56.776" v="0" actId="9405"/>
          <ac:inkMkLst>
            <pc:docMk/>
            <pc:sldMk cId="1271802286" sldId="318"/>
            <ac:inkMk id="2" creationId="{FC7A72A5-FB6B-17DC-121B-4191A9B4BBCE}"/>
          </ac:inkMkLst>
        </pc:inkChg>
      </pc:sldChg>
      <pc:sldChg chg="addSp modSp new mod modAnim">
        <pc:chgData name="Nathali Silva" userId="4fc65303-b6c8-4204-bf62-05f1264bddba" providerId="ADAL" clId="{51CCF762-0860-4B38-A76A-6511AB6E0677}" dt="2024-04-26T05:50:08.058" v="7"/>
        <pc:sldMkLst>
          <pc:docMk/>
          <pc:sldMk cId="3152264231" sldId="319"/>
        </pc:sldMkLst>
        <pc:graphicFrameChg chg="add mod">
          <ac:chgData name="Nathali Silva" userId="4fc65303-b6c8-4204-bf62-05f1264bddba" providerId="ADAL" clId="{51CCF762-0860-4B38-A76A-6511AB6E0677}" dt="2024-04-26T05:40:10.706" v="6" actId="1076"/>
          <ac:graphicFrameMkLst>
            <pc:docMk/>
            <pc:sldMk cId="3152264231" sldId="319"/>
            <ac:graphicFrameMk id="5" creationId="{C6632C48-BFD8-BA64-9ABC-6EF0F159CA08}"/>
          </ac:graphicFrameMkLst>
        </pc:graphicFrameChg>
        <pc:inkChg chg="add">
          <ac:chgData name="Nathali Silva" userId="4fc65303-b6c8-4204-bf62-05f1264bddba" providerId="ADAL" clId="{51CCF762-0860-4B38-A76A-6511AB6E0677}" dt="2024-04-26T05:50:08.058" v="7"/>
          <ac:inkMkLst>
            <pc:docMk/>
            <pc:sldMk cId="3152264231" sldId="319"/>
            <ac:inkMk id="6" creationId="{145E5FBD-DF8D-7DBD-C16B-E514DEBC61B0}"/>
          </ac:inkMkLst>
        </pc:inkChg>
      </pc:sldChg>
      <pc:sldChg chg="addSp new">
        <pc:chgData name="Nathali Silva" userId="4fc65303-b6c8-4204-bf62-05f1264bddba" providerId="ADAL" clId="{51CCF762-0860-4B38-A76A-6511AB6E0677}" dt="2024-04-26T06:17:59.734" v="12"/>
        <pc:sldMkLst>
          <pc:docMk/>
          <pc:sldMk cId="1929676577" sldId="320"/>
        </pc:sldMkLst>
        <pc:inkChg chg="add">
          <ac:chgData name="Nathali Silva" userId="4fc65303-b6c8-4204-bf62-05f1264bddba" providerId="ADAL" clId="{51CCF762-0860-4B38-A76A-6511AB6E0677}" dt="2024-04-26T06:17:59.734" v="12"/>
          <ac:inkMkLst>
            <pc:docMk/>
            <pc:sldMk cId="1929676577" sldId="320"/>
            <ac:inkMk id="5" creationId="{81DBC979-9FBD-AA52-9C1C-4F86E1304A79}"/>
          </ac:inkMkLst>
        </pc:inkChg>
      </pc:sldChg>
      <pc:sldChg chg="addSp delSp modSp new mod delAnim modAnim">
        <pc:chgData name="Nathali Silva" userId="4fc65303-b6c8-4204-bf62-05f1264bddba" providerId="ADAL" clId="{51CCF762-0860-4B38-A76A-6511AB6E0677}" dt="2024-04-26T06:18:50.593" v="18" actId="1076"/>
        <pc:sldMkLst>
          <pc:docMk/>
          <pc:sldMk cId="2245662478" sldId="321"/>
        </pc:sldMkLst>
        <pc:graphicFrameChg chg="add del mod">
          <ac:chgData name="Nathali Silva" userId="4fc65303-b6c8-4204-bf62-05f1264bddba" providerId="ADAL" clId="{51CCF762-0860-4B38-A76A-6511AB6E0677}" dt="2024-04-26T06:18:39.755" v="16" actId="478"/>
          <ac:graphicFrameMkLst>
            <pc:docMk/>
            <pc:sldMk cId="2245662478" sldId="321"/>
            <ac:graphicFrameMk id="5" creationId="{2AE8F44B-989C-A180-1FC1-B9F38BBB0FAE}"/>
          </ac:graphicFrameMkLst>
        </pc:graphicFrameChg>
        <pc:graphicFrameChg chg="add mod">
          <ac:chgData name="Nathali Silva" userId="4fc65303-b6c8-4204-bf62-05f1264bddba" providerId="ADAL" clId="{51CCF762-0860-4B38-A76A-6511AB6E0677}" dt="2024-04-26T06:18:50.593" v="18" actId="1076"/>
          <ac:graphicFrameMkLst>
            <pc:docMk/>
            <pc:sldMk cId="2245662478" sldId="321"/>
            <ac:graphicFrameMk id="6" creationId="{EF9846AC-E756-CA1E-0226-F66ED936F66D}"/>
          </ac:graphicFrameMkLst>
        </pc:graphicFrameChg>
      </pc:sldChg>
      <pc:sldChg chg="addSp modSp new modAnim">
        <pc:chgData name="Nathali Silva" userId="4fc65303-b6c8-4204-bf62-05f1264bddba" providerId="ADAL" clId="{51CCF762-0860-4B38-A76A-6511AB6E0677}" dt="2024-05-03T05:49:11.752" v="29"/>
        <pc:sldMkLst>
          <pc:docMk/>
          <pc:sldMk cId="771608475" sldId="322"/>
        </pc:sldMkLst>
        <pc:spChg chg="add mod">
          <ac:chgData name="Nathali Silva" userId="4fc65303-b6c8-4204-bf62-05f1264bddba" providerId="ADAL" clId="{51CCF762-0860-4B38-A76A-6511AB6E0677}" dt="2024-05-03T05:15:27.030" v="28" actId="1076"/>
          <ac:spMkLst>
            <pc:docMk/>
            <pc:sldMk cId="771608475" sldId="322"/>
            <ac:spMk id="6" creationId="{37B24C71-C4DA-ECF8-0DC0-3A663026F254}"/>
          </ac:spMkLst>
        </pc:spChg>
        <pc:graphicFrameChg chg="add mod">
          <ac:chgData name="Nathali Silva" userId="4fc65303-b6c8-4204-bf62-05f1264bddba" providerId="ADAL" clId="{51CCF762-0860-4B38-A76A-6511AB6E0677}" dt="2024-05-03T05:14:42.391" v="23"/>
          <ac:graphicFrameMkLst>
            <pc:docMk/>
            <pc:sldMk cId="771608475" sldId="322"/>
            <ac:graphicFrameMk id="5" creationId="{5365A6F3-5038-5F31-09BF-1B59880B47E7}"/>
          </ac:graphicFrameMkLst>
        </pc:graphicFrameChg>
        <pc:inkChg chg="add">
          <ac:chgData name="Nathali Silva" userId="4fc65303-b6c8-4204-bf62-05f1264bddba" providerId="ADAL" clId="{51CCF762-0860-4B38-A76A-6511AB6E0677}" dt="2024-05-03T05:49:11.752" v="29"/>
          <ac:inkMkLst>
            <pc:docMk/>
            <pc:sldMk cId="771608475" sldId="322"/>
            <ac:inkMk id="7" creationId="{23BCC1AA-710E-07C7-21C4-166CAA442ECC}"/>
          </ac:inkMkLst>
        </pc:inkChg>
      </pc:sldChg>
    </pc:docChg>
  </pc:docChgLst>
</pc:chgInfo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ax="4096" units="cm"/>
          <inkml:channel name="Y" type="integer" max="4096" units="cm"/>
          <inkml:channel name="F" type="integer" max="2047" units="cm"/>
          <inkml:channel name="T" type="integer" max="2.14748E9" units="dev"/>
        </inkml:traceFormat>
        <inkml:channelProperties>
          <inkml:channelProperty channel="X" name="resolution" value="201.5748" units="1/cm"/>
          <inkml:channelProperty channel="Y" name="resolution" value="302.06491" units="1/cm"/>
          <inkml:channelProperty channel="F" name="resolution" value="10E-6" units="1/cm"/>
          <inkml:channelProperty channel="T" name="resolution" value="1" units="1/dev"/>
        </inkml:channelProperties>
      </inkml:inkSource>
      <inkml:timestamp xml:id="ts0" timeString="2024-10-03T03:53:21.823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9922 15673 455 0,'0'0'290'16,"0"0"-200"-16,0 0 35 15,0 0-80 1,0 0-40 0,0 0 0-16,0 0 0 15,0 0-5 1,0 0 5-1,0 0-5-15,0 0 0 16,0 10-45 0</inkml:trace>
  <inkml:trace contextRef="#ctx0" brushRef="#br0" timeOffset="2951.17">15643 6572 350 0,'0'0'210'0,"0"0"-80"16,0 0-55-1,0 0-25 1,0 0-5-16,0 0-10 16,0 14-15-1,0-14-10-15,0 0 0 16,0 0-5-1,0 0-5 1,0 0 0-16,0 0 5 16,0 0-5-1,0 0 5 1,0 0-5-16,0 0 0 16,0 0 0-1,0 0 0 1,0 0 0-16,0 0 0 15,0 0 0 1,0 0 0 0,0 0 0-16,0 0 5 15,0 0-5 1,0 0 0 0,0 0 0-16,0 0 0 15,0 0 0 1,0 0 0-1,0 0 0-15,0 0 0 16,0 0 0 0,0 0 0-1,0 0-5-15,0 0 0 16,0 0-10 0,0 0-20-1,-16 0-55-15,16 0-110 16</inkml:trace>
  <inkml:trace contextRef="#ctx0" brushRef="#br0" timeOffset="5533.65">9624 15725 85 0,'0'0'105'15,"0"0"-10"1,0 0 5-16,0 0 0 15,0 0-30 1,0 0-15 0,0 0-5-16,0 0-10 15,0 0-15 1,0 0 0 0,0 0-10-16,0 0 0 15,0 0 0 1,0 0-5-1,0 0 0-15,0 0-5 16,0 0-5 0,0 0-5-1,0 0-60-15,0-24-605 16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ax="4096" units="cm"/>
          <inkml:channel name="Y" type="integer" max="4096" units="cm"/>
          <inkml:channel name="F" type="integer" max="2047" units="cm"/>
          <inkml:channel name="T" type="integer" max="2.14748E9" units="dev"/>
        </inkml:traceFormat>
        <inkml:channelProperties>
          <inkml:channelProperty channel="X" name="resolution" value="201.5748" units="1/cm"/>
          <inkml:channelProperty channel="Y" name="resolution" value="302.06491" units="1/cm"/>
          <inkml:channelProperty channel="F" name="resolution" value="10E-6" units="1/cm"/>
          <inkml:channelProperty channel="T" name="resolution" value="1" units="1/dev"/>
        </inkml:channelProperties>
      </inkml:inkSource>
      <inkml:timestamp xml:id="ts0" timeString="2024-10-10T03:44:58.029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18885 14050 835 0,'0'-4'20'16,"0"-1"10"-16,0 5 0 15,0 0-25 1,0 0-10 0,0 0 5-16,0 0 0 15,0 0-10 1,0 0-375-1</inkml:trace>
  <inkml:trace contextRef="#ctx0" brushRef="#br0" timeOffset="1017.66">20770 13543 330 0,'0'0'45'0,"0"0"90"16,0 0 85-1,-17 0-100 1,17 0-45-16,0 0-25 15,0 0 15 1,0 0 0 0,0 0-30-16,0 0-15 15,0 0-5 1,0 0-10-16,0 0-5 16,-16-9-25-1,-34 4-55 1,-16-13-80-1,16-1-590-15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1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latin typeface="Times New Roman" panose="02020603050405020304" pitchFamily="18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2291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latin typeface="Times New Roman" panose="02020603050405020304" pitchFamily="18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0484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381000" y="685800"/>
            <a:ext cx="6096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12293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12294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latin typeface="Times New Roman" panose="02020603050405020304" pitchFamily="18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2295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latin typeface="Times New Roman" panose="02020603050405020304" pitchFamily="18" charset="0"/>
              </a:defRPr>
            </a:lvl1pPr>
          </a:lstStyle>
          <a:p>
            <a:pPr>
              <a:defRPr/>
            </a:pPr>
            <a:fld id="{B1D4EB55-D5BA-494F-8C44-CADD4BAC2E86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6879414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B1D4EB55-D5BA-494F-8C44-CADD4BAC2E86}" type="slidenum">
              <a:rPr lang="en-US" smtClean="0"/>
              <a:pPr>
                <a:defRPr/>
              </a:pPr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208087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6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6.xml"/></Relationships>
</file>

<file path=ppt/slideLayouts/_rels/slideLayout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7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6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8.xml"/></Relationships>
</file>

<file path=ppt/slideLayouts/_rels/slideLayout6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6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6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6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7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7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7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7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7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7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7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9.xml"/></Relationships>
</file>

<file path=ppt/slideLayouts/_rels/slideLayout7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7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7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8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8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8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8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8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8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8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8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0.xml"/></Relationships>
</file>

<file path=ppt/slideLayouts/_rels/slideLayout8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8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9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9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9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9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9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9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9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9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A03AC1C-8FA0-48A2-A8FF-D0776779493A}" type="datetimeFigureOut">
              <a:rPr lang="en-US"/>
              <a:pPr>
                <a:defRPr/>
              </a:pPr>
              <a:t>10/21/2024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E18AC7A-E1AF-481F-AE1D-0BE1DD17AD1B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657185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34585" y="617538"/>
            <a:ext cx="10390716" cy="1143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1576917" y="2017713"/>
            <a:ext cx="5080000" cy="4114800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60117" y="2017713"/>
            <a:ext cx="5080000" cy="4114800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                 DAA 214</a:t>
            </a:r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Design &amp; Analysis of AlgorithmsSri Lanka Institute of Information Technology.</a:t>
            </a:r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46E3AC4-4CEE-4094-87B8-719BCB0D8756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020171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286605"/>
            <a:ext cx="10058400" cy="1450757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97279" y="1845734"/>
            <a:ext cx="10058401" cy="4023360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DC7A7FB-9FDE-40D9-8687-20D116E853AC}" type="datetimeFigureOut">
              <a:rPr lang="en-US"/>
              <a:pPr>
                <a:defRPr/>
              </a:pPr>
              <a:t>10/21/2024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687234" y="6459539"/>
            <a:ext cx="4821767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99698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1576917" y="2017713"/>
            <a:ext cx="5080000" cy="4114800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60117" y="2017713"/>
            <a:ext cx="5080000" cy="4114800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                 DAA 214</a:t>
            </a:r>
          </a:p>
        </p:txBody>
      </p:sp>
      <p:sp>
        <p:nvSpPr>
          <p:cNvPr id="6" name="Footer Placeholder 5"/>
          <p:cNvSpPr>
            <a:spLocks noGrp="1" noChangeArrowheads="1"/>
          </p:cNvSpPr>
          <p:nvPr>
            <p:ph type="ftr" sz="quarter" idx="11"/>
          </p:nvPr>
        </p:nvSpPr>
        <p:spPr>
          <a:xfrm>
            <a:off x="4038600" y="6356351"/>
            <a:ext cx="41148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Design &amp; Analysis of AlgorithmsSri Lanka Institute of Information Technology.</a:t>
            </a:r>
          </a:p>
        </p:txBody>
      </p:sp>
    </p:spTree>
    <p:extLst>
      <p:ext uri="{BB962C8B-B14F-4D97-AF65-F5344CB8AC3E}">
        <p14:creationId xmlns:p14="http://schemas.microsoft.com/office/powerpoint/2010/main" val="397614569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9E6A6B0-E07D-7A4E-9C17-34F6E529FF07}" type="datetime1">
              <a:rPr lang="en-US"/>
              <a:pPr>
                <a:defRPr/>
              </a:pPr>
              <a:t>10/21/2024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A3CDAB9-D2DD-409E-B7AE-FC5B3A9DEFAA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373780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1" y="1709739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1" y="4589464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2943CC3-6E6E-6643-828B-49F62B8D27E7}" type="datetime1">
              <a:rPr lang="en-US"/>
              <a:pPr>
                <a:defRPr/>
              </a:pPr>
              <a:t>10/21/2024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0856698-A45C-4EA2-89E1-1C3A1A50559C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27603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5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825625"/>
            <a:ext cx="515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98AE71E-C708-8048-B873-9764252AFD88}" type="datetime1">
              <a:rPr lang="en-US"/>
              <a:pPr>
                <a:defRPr/>
              </a:pPr>
              <a:t>10/21/2024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83BCB68-8F2B-4A2D-82E9-6790E53157C7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899089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0317" y="365126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40318" y="1681163"/>
            <a:ext cx="5158316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40318" y="2505075"/>
            <a:ext cx="5158316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71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71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0E2E0B2-8F0E-E541-A881-26952164E626}" type="datetime1">
              <a:rPr lang="en-US"/>
              <a:pPr>
                <a:defRPr/>
              </a:pPr>
              <a:t>10/21/2024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A04EA6A-5C12-4395-A815-1CEE71B107A2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652119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C128D78-157E-6441-A2E9-690CAD17061D}" type="datetime1">
              <a:rPr lang="en-US"/>
              <a:pPr>
                <a:defRPr/>
              </a:pPr>
              <a:t>10/21/2024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D09AB64-85C8-41EF-B1BF-6E6B36973E48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618072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EFCDEEC-6BE6-484F-BFF5-6191A744CE89}" type="datetime1">
              <a:rPr lang="en-US"/>
              <a:pPr>
                <a:defRPr/>
              </a:pPr>
              <a:t>10/21/2024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8DC9405-3DCF-4E98-814E-FDAE8F8F4A30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321758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0318" y="457200"/>
            <a:ext cx="393276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717" y="987426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40318" y="2057400"/>
            <a:ext cx="393276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FE479F4-DB7F-AD41-A0BB-29D2BAB33E6B}" type="datetime1">
              <a:rPr lang="en-US"/>
              <a:pPr>
                <a:defRPr/>
              </a:pPr>
              <a:t>10/21/2024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0492B25-F5A2-4A4C-8BF2-34C4CC7662ED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809105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0318" y="457200"/>
            <a:ext cx="393276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717" y="987426"/>
            <a:ext cx="6172200" cy="4873625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40318" y="2057400"/>
            <a:ext cx="393276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376C5C7-3D40-D147-8474-4CAF78E28128}" type="datetime1">
              <a:rPr lang="en-US"/>
              <a:pPr>
                <a:defRPr/>
              </a:pPr>
              <a:t>10/21/2024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05BDD50-819A-4A2E-A989-5BDD2A3EB18A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382206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7E1DCC7-F5A3-F54A-8412-78F07FF2601F}" type="datetime1">
              <a:rPr lang="en-US"/>
              <a:pPr>
                <a:defRPr/>
              </a:pPr>
              <a:t>10/21/2024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C97D949-CA9B-4765-A08B-0DE1B9797AAE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874728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1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1" y="365125"/>
            <a:ext cx="76835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ABFF6D2-335C-6748-BEAD-B38E52C128C7}" type="datetime1">
              <a:rPr lang="en-US"/>
              <a:pPr>
                <a:defRPr/>
              </a:pPr>
              <a:t>10/21/2024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A8826A4-0573-4A67-836B-D4CCD8E64FCD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519114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EEC29E6-4FCB-2845-BF22-D83D87980FEA}" type="datetime1">
              <a:rPr lang="en-US"/>
              <a:pPr>
                <a:defRPr/>
              </a:pPr>
              <a:t>10/21/2024</a:t>
            </a:fld>
            <a:endParaRPr lang="en-US" dirty="0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41341C3-2209-4435-8B21-2B597121EC69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459CBF8-34D4-4FD0-A8B2-1C5B607CF4B5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6503839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EEC29E6-4FCB-2845-BF22-D83D87980FEA}" type="datetime1">
              <a:rPr lang="en-US"/>
              <a:pPr>
                <a:defRPr/>
              </a:pPr>
              <a:t>10/21/2024</a:t>
            </a:fld>
            <a:endParaRPr lang="en-US" dirty="0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A52EA18-7E19-4D8C-826C-FCA1EB5C42F7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333CA24-2625-4C40-BF95-17E045FAC0C5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65234232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34585" y="617538"/>
            <a:ext cx="10390716" cy="1143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1576917" y="2017713"/>
            <a:ext cx="5080000" cy="4114800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60117" y="2017713"/>
            <a:ext cx="5080000" cy="4114800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                 DAA 214</a:t>
            </a:r>
          </a:p>
        </p:txBody>
      </p:sp>
      <p:sp>
        <p:nvSpPr>
          <p:cNvPr id="6" name="Footer Placeholder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Design &amp; Analysis of AlgorithmsSri Lanka Institute of Information Technology.</a:t>
            </a:r>
          </a:p>
        </p:txBody>
      </p:sp>
      <p:sp>
        <p:nvSpPr>
          <p:cNvPr id="7" name="Slide Number Placeholder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09CBDEE-15D9-44FF-BF8A-14FDA94430CE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4789678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2F4D42C-C35A-44D9-9D80-2087A60C494A}" type="datetimeFigureOut">
              <a:rPr lang="en-US"/>
              <a:pPr>
                <a:defRPr/>
              </a:pPr>
              <a:t>10/21/2024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6B2B200-DFC4-40BE-97B0-BEADCF0C7619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6782602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07BED32-A96B-488F-AD12-7F41BA944588}" type="datetimeFigureOut">
              <a:rPr lang="en-US"/>
              <a:pPr>
                <a:defRPr/>
              </a:pPr>
              <a:t>10/21/2024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D252DCD-208E-473A-9DFD-6D46F35836CD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4453099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1" y="1709739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1" y="4589464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1B2C008-F598-4670-9B44-292C66290398}" type="datetimeFigureOut">
              <a:rPr lang="en-US"/>
              <a:pPr>
                <a:defRPr/>
              </a:pPr>
              <a:t>10/21/2024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19C3AA2-1CF8-4C17-8A44-89D06C7B4211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7322569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5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825625"/>
            <a:ext cx="515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1650BC3-AB08-4AE4-86B6-ADC095F8EF87}" type="datetimeFigureOut">
              <a:rPr lang="en-US"/>
              <a:pPr>
                <a:defRPr/>
              </a:pPr>
              <a:t>10/21/2024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6DD2485-2717-476B-A1ED-6935A5B4D9A8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3943585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0317" y="365126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40318" y="1681163"/>
            <a:ext cx="5158316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40318" y="2505075"/>
            <a:ext cx="5158316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71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71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5F41F5B-FF3B-4CAD-8355-56C5C5ABAF74}" type="datetimeFigureOut">
              <a:rPr lang="en-US"/>
              <a:pPr>
                <a:defRPr/>
              </a:pPr>
              <a:t>10/21/2024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80200E5-C579-4D0A-8FC8-69F18FD09828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7187380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C53AFDB-CF0F-43FA-B4F8-58927260FFC3}" type="datetimeFigureOut">
              <a:rPr lang="en-US"/>
              <a:pPr>
                <a:defRPr/>
              </a:pPr>
              <a:t>10/21/2024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D61ED2D-6713-406C-B8BF-AA5B43419763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315504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EB254FD-001E-4FB2-8898-D8C3201C692E}" type="datetimeFigureOut">
              <a:rPr lang="en-US"/>
              <a:pPr>
                <a:defRPr/>
              </a:pPr>
              <a:t>10/21/2024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C9D0D4F-4268-44B1-957D-640E015B7ABA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3127678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0318" y="457200"/>
            <a:ext cx="393276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717" y="987426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40318" y="2057400"/>
            <a:ext cx="393276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E5EC23B-B887-4436-9E79-396E0C2C6054}" type="datetimeFigureOut">
              <a:rPr lang="en-US"/>
              <a:pPr>
                <a:defRPr/>
              </a:pPr>
              <a:t>10/21/2024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1D86FC1-3401-4610-A683-F3646021A4A6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8219784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0318" y="457200"/>
            <a:ext cx="393276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717" y="987426"/>
            <a:ext cx="6172200" cy="4873625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40318" y="2057400"/>
            <a:ext cx="393276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A026223-616D-4DCE-85F8-0E6204CD6949}" type="datetimeFigureOut">
              <a:rPr lang="en-US"/>
              <a:pPr>
                <a:defRPr/>
              </a:pPr>
              <a:t>10/21/2024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085AA19-DAB7-402B-9D32-29706EC451FD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8635333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1302A0C-AC54-4544-82BF-1AEA136EF319}" type="datetimeFigureOut">
              <a:rPr lang="en-US"/>
              <a:pPr>
                <a:defRPr/>
              </a:pPr>
              <a:t>10/21/2024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6594AA0-F94F-4746-A009-EBF326C611D4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6425505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1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1" y="365125"/>
            <a:ext cx="76835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0301BAC-0037-4208-A008-AF01AFD2164B}" type="datetimeFigureOut">
              <a:rPr lang="en-US"/>
              <a:pPr>
                <a:defRPr/>
              </a:pPr>
              <a:t>10/21/2024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048BA6A-CDA9-4F44-A2B3-7A30A47D7759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7077984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34585" y="617538"/>
            <a:ext cx="10390716" cy="1143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1576917" y="2017713"/>
            <a:ext cx="5080000" cy="4114800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60117" y="2017713"/>
            <a:ext cx="5080000" cy="4114800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                 DAA 214</a:t>
            </a:r>
          </a:p>
        </p:txBody>
      </p:sp>
      <p:sp>
        <p:nvSpPr>
          <p:cNvPr id="6" name="Footer Placeholder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Design &amp; Analysis of AlgorithmsSri Lanka Institute of Information Technology.</a:t>
            </a:r>
          </a:p>
        </p:txBody>
      </p:sp>
      <p:sp>
        <p:nvSpPr>
          <p:cNvPr id="7" name="Slide Number Placeholder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09CBDEE-15D9-44FF-BF8A-14FDA94430CE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301214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590C02E-483D-42D8-B8C4-A89D4A20C34A}" type="datetimeFigureOut">
              <a:rPr lang="en-US"/>
              <a:pPr>
                <a:defRPr/>
              </a:pPr>
              <a:t>10/21/2024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51E36F5-5E1C-470E-805A-1165ADF49168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6838107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9BA5777-22A0-4BCA-9233-9D737D38B1E1}" type="datetimeFigureOut">
              <a:rPr lang="en-US"/>
              <a:pPr>
                <a:defRPr/>
              </a:pPr>
              <a:t>10/21/2024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C5A21EA-A2C3-4DA8-897A-FA1535EF172E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0921896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1" y="1709739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1" y="4589464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2652858-7516-4509-8D2B-7BDE13163965}" type="datetimeFigureOut">
              <a:rPr lang="en-US"/>
              <a:pPr>
                <a:defRPr/>
              </a:pPr>
              <a:t>10/21/2024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E52EFA7-0097-4E7F-BB1F-E3C4C2E1433E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9385375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5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825625"/>
            <a:ext cx="515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4986F1E-C6DB-4EFA-A0BD-C327FFE0A007}" type="datetimeFigureOut">
              <a:rPr lang="en-US"/>
              <a:pPr>
                <a:defRPr/>
              </a:pPr>
              <a:t>10/21/2024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A8B1DB4-1B9C-41E8-BB37-80E644EF144D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7255875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0317" y="365126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40318" y="1681163"/>
            <a:ext cx="5158316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40318" y="2505075"/>
            <a:ext cx="5158316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71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71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CFDC21A-A745-4370-A050-9759AF17A579}" type="datetimeFigureOut">
              <a:rPr lang="en-US"/>
              <a:pPr>
                <a:defRPr/>
              </a:pPr>
              <a:t>10/21/2024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04C54A4-5AFF-4A5F-9428-7EB5D2BB82D5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3964665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45E0A45-E3B0-4B05-92C4-EAD01870CFCF}" type="datetimeFigureOut">
              <a:rPr lang="en-US"/>
              <a:pPr>
                <a:defRPr/>
              </a:pPr>
              <a:t>10/21/2024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5003F69-11C0-4C14-86BC-5196DADB5826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7160785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9C0D54F-C3FF-4085-9529-95AF47A8DA58}" type="datetimeFigureOut">
              <a:rPr lang="en-US"/>
              <a:pPr>
                <a:defRPr/>
              </a:pPr>
              <a:t>10/21/2024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F0CEEE5-A021-4EC1-8D70-4B242C90B44E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1382078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0318" y="457200"/>
            <a:ext cx="393276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717" y="987426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40318" y="2057400"/>
            <a:ext cx="393276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D7E5819-64A6-4603-ACD5-4AE0A557E152}" type="datetimeFigureOut">
              <a:rPr lang="en-US"/>
              <a:pPr>
                <a:defRPr/>
              </a:pPr>
              <a:t>10/21/2024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BCA7760-85A7-48E0-8EE8-1D43DFDC4B27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061952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0318" y="457200"/>
            <a:ext cx="393276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717" y="987426"/>
            <a:ext cx="6172200" cy="4873625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40318" y="2057400"/>
            <a:ext cx="393276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A4E365D-0C98-4A5D-BE2C-F0A19C3FFA41}" type="datetimeFigureOut">
              <a:rPr lang="en-US"/>
              <a:pPr>
                <a:defRPr/>
              </a:pPr>
              <a:t>10/21/2024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516E280-CF5A-4D65-AE3C-523C4942FB66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6817686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667299C-13E3-47AF-9EF5-23F441A79B73}" type="datetimeFigureOut">
              <a:rPr lang="en-US"/>
              <a:pPr>
                <a:defRPr/>
              </a:pPr>
              <a:t>10/21/2024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0165FF6-E6DB-40C8-A906-B3F00DF7020D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2758146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1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1" y="365125"/>
            <a:ext cx="76835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D7F5040-D405-4DA3-9251-3BE3A1C2C295}" type="datetimeFigureOut">
              <a:rPr lang="en-US"/>
              <a:pPr>
                <a:defRPr/>
              </a:pPr>
              <a:t>10/21/2024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151A9F8-1651-43B8-97BA-25E195B7090C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8505178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A close up of a sign&#10;&#10;Description automatically generated">
            <a:extLst>
              <a:ext uri="{FF2B5EF4-FFF2-40B4-BE49-F238E27FC236}">
                <a16:creationId xmlns:a16="http://schemas.microsoft.com/office/drawing/2014/main" id="{1EEF7828-B2C2-6249-ACC8-7F26D02698E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5DF888C5-307B-4F28-B13A-20626C07D615}" type="datetimeFigureOut">
              <a:rPr lang="en-US" smtClean="0"/>
              <a:pPr>
                <a:defRPr/>
              </a:pPr>
              <a:t>10/21/2024</a:t>
            </a:fld>
            <a:endParaRPr lang="en-US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4FDA9DA1-CE52-8443-B8D6-E23FE3EF4E9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383201" y="2196789"/>
            <a:ext cx="7195151" cy="815352"/>
          </a:xfrm>
        </p:spPr>
        <p:txBody>
          <a:bodyPr>
            <a:noAutofit/>
          </a:bodyPr>
          <a:lstStyle>
            <a:lvl1pPr marL="0" indent="0">
              <a:buNone/>
              <a:defRPr sz="4800"/>
            </a:lvl1pPr>
            <a:lvl2pPr marL="457200" indent="0">
              <a:buNone/>
              <a:defRPr sz="4400"/>
            </a:lvl2pPr>
            <a:lvl3pPr marL="914400" indent="0">
              <a:buNone/>
              <a:defRPr sz="4000"/>
            </a:lvl3pPr>
            <a:lvl4pPr marL="1371600" indent="0">
              <a:buNone/>
              <a:defRPr sz="3600"/>
            </a:lvl4pPr>
            <a:lvl5pPr marL="1828800" indent="0">
              <a:buNone/>
              <a:defRPr sz="3600"/>
            </a:lvl5pPr>
          </a:lstStyle>
          <a:p>
            <a:pPr lvl="0"/>
            <a:r>
              <a:rPr lang="en-GB" dirty="0"/>
              <a:t>Code - Module Name</a:t>
            </a:r>
          </a:p>
          <a:p>
            <a:pPr lvl="4"/>
            <a:endParaRPr lang="x-none" dirty="0"/>
          </a:p>
        </p:txBody>
      </p:sp>
      <p:pic>
        <p:nvPicPr>
          <p:cNvPr id="16" name="Picture 15" descr="A close up of a sign&#10;&#10;Description automatically generated">
            <a:extLst>
              <a:ext uri="{FF2B5EF4-FFF2-40B4-BE49-F238E27FC236}">
                <a16:creationId xmlns:a16="http://schemas.microsoft.com/office/drawing/2014/main" id="{A6374280-EE02-3945-8F18-DCD500B9C19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6773" y="303388"/>
            <a:ext cx="3406344" cy="1135448"/>
          </a:xfrm>
          <a:prstGeom prst="rect">
            <a:avLst/>
          </a:prstGeom>
        </p:spPr>
      </p:pic>
      <p:sp>
        <p:nvSpPr>
          <p:cNvPr id="9" name="Text Placeholder 6">
            <a:extLst>
              <a:ext uri="{FF2B5EF4-FFF2-40B4-BE49-F238E27FC236}">
                <a16:creationId xmlns:a16="http://schemas.microsoft.com/office/drawing/2014/main" id="{D939BDE5-D244-FF40-80F2-B60858EDCFD4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904908" y="3217206"/>
            <a:ext cx="7195151" cy="1991724"/>
          </a:xfrm>
        </p:spPr>
        <p:txBody>
          <a:bodyPr>
            <a:noAutofit/>
          </a:bodyPr>
          <a:lstStyle>
            <a:lvl1pPr marL="0" indent="0">
              <a:buNone/>
              <a:defRPr sz="3600"/>
            </a:lvl1pPr>
            <a:lvl2pPr marL="457200" indent="0">
              <a:buNone/>
              <a:defRPr sz="4400"/>
            </a:lvl2pPr>
            <a:lvl3pPr marL="914400" indent="0">
              <a:buNone/>
              <a:defRPr sz="4000"/>
            </a:lvl3pPr>
            <a:lvl4pPr marL="1371600" indent="0">
              <a:buNone/>
              <a:defRPr sz="3600"/>
            </a:lvl4pPr>
            <a:lvl5pPr marL="1828800" indent="0">
              <a:buNone/>
              <a:defRPr sz="3600"/>
            </a:lvl5pPr>
          </a:lstStyle>
          <a:p>
            <a:pPr lvl="0"/>
            <a:r>
              <a:rPr lang="en-GB" sz="3600" dirty="0"/>
              <a:t>Lecture N</a:t>
            </a:r>
          </a:p>
          <a:p>
            <a:pPr lvl="0"/>
            <a:r>
              <a:rPr lang="en-GB" sz="3600" dirty="0"/>
              <a:t>Topic</a:t>
            </a:r>
          </a:p>
          <a:p>
            <a:pPr lvl="0"/>
            <a:r>
              <a:rPr lang="en-GB" sz="3600" dirty="0"/>
              <a:t>Lecturer Name</a:t>
            </a:r>
          </a:p>
          <a:p>
            <a:pPr lvl="4"/>
            <a:endParaRPr lang="x-none" dirty="0"/>
          </a:p>
        </p:txBody>
      </p:sp>
    </p:spTree>
    <p:extLst>
      <p:ext uri="{BB962C8B-B14F-4D97-AF65-F5344CB8AC3E}">
        <p14:creationId xmlns:p14="http://schemas.microsoft.com/office/powerpoint/2010/main" val="2164968767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4400">
                <a:latin typeface="+mn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>
            <a:lvl1pPr>
              <a:defRPr sz="3600"/>
            </a:lvl1pPr>
            <a:lvl2pPr>
              <a:defRPr sz="3200"/>
            </a:lvl2pPr>
            <a:lvl3pPr>
              <a:defRPr sz="28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707BED32-A96B-488F-AD12-7F41BA944588}" type="datetimeFigureOut">
              <a:rPr lang="en-US" smtClean="0"/>
              <a:pPr>
                <a:defRPr/>
              </a:pPr>
              <a:t>10/21/2024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D252DCD-208E-473A-9DFD-6D46F35836CD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7288891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61B2C008-F598-4670-9B44-292C66290398}" type="datetimeFigureOut">
              <a:rPr lang="en-US" smtClean="0"/>
              <a:pPr>
                <a:defRPr/>
              </a:pPr>
              <a:t>10/21/2024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F19C3AA2-1CF8-4C17-8A44-89D06C7B4211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9474398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41650BC3-AB08-4AE4-86B6-ADC095F8EF87}" type="datetimeFigureOut">
              <a:rPr lang="en-US" smtClean="0"/>
              <a:pPr>
                <a:defRPr/>
              </a:pPr>
              <a:t>10/21/2024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6DD2485-2717-476B-A1ED-6935A5B4D9A8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9681282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55F41F5B-FF3B-4CAD-8355-56C5C5ABAF74}" type="datetimeFigureOut">
              <a:rPr lang="en-US" smtClean="0"/>
              <a:pPr>
                <a:defRPr/>
              </a:pPr>
              <a:t>10/21/2024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80200E5-C579-4D0A-8FC8-69F18FD09828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2400767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AC53AFDB-CF0F-43FA-B4F8-58927260FFC3}" type="datetimeFigureOut">
              <a:rPr lang="en-US" smtClean="0"/>
              <a:pPr>
                <a:defRPr/>
              </a:pPr>
              <a:t>10/21/2024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D61ED2D-6713-406C-B8BF-AA5B43419763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0239101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BEB254FD-001E-4FB2-8898-D8C3201C692E}" type="datetimeFigureOut">
              <a:rPr lang="en-US" smtClean="0"/>
              <a:pPr>
                <a:defRPr/>
              </a:pPr>
              <a:t>10/21/2024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C9D0D4F-4268-44B1-957D-640E015B7ABA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3420460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8E5EC23B-B887-4436-9E79-396E0C2C6054}" type="datetimeFigureOut">
              <a:rPr lang="en-US" smtClean="0"/>
              <a:pPr>
                <a:defRPr/>
              </a:pPr>
              <a:t>10/21/2024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1D86FC1-3401-4610-A683-F3646021A4A6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451942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8A026223-616D-4DCE-85F8-0E6204CD6949}" type="datetimeFigureOut">
              <a:rPr lang="en-US" smtClean="0"/>
              <a:pPr>
                <a:defRPr/>
              </a:pPr>
              <a:t>10/21/2024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085AA19-DAB7-402B-9D32-29706EC451FD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8977803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01302A0C-AC54-4544-82BF-1AEA136EF319}" type="datetimeFigureOut">
              <a:rPr lang="en-US" smtClean="0"/>
              <a:pPr>
                <a:defRPr/>
              </a:pPr>
              <a:t>10/21/2024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6594AA0-F94F-4746-A009-EBF326C611D4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9354311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C0301BAC-0037-4208-A008-AF01AFD2164B}" type="datetimeFigureOut">
              <a:rPr lang="en-US" smtClean="0"/>
              <a:pPr>
                <a:defRPr/>
              </a:pPr>
              <a:t>10/21/2024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048BA6A-CDA9-4F44-A2B3-7A30A47D7759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7574204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34585" y="617538"/>
            <a:ext cx="10390716" cy="1143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1576917" y="2017713"/>
            <a:ext cx="5080000" cy="4114800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60117" y="2017713"/>
            <a:ext cx="5080000" cy="4114800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                 DAA 214</a:t>
            </a:r>
          </a:p>
        </p:txBody>
      </p:sp>
      <p:sp>
        <p:nvSpPr>
          <p:cNvPr id="6" name="Footer Placeholder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Design &amp; Analysis of AlgorithmsSri Lanka Institute of Information Technology.</a:t>
            </a:r>
          </a:p>
        </p:txBody>
      </p:sp>
      <p:sp>
        <p:nvSpPr>
          <p:cNvPr id="7" name="Slide Number Placeholder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09CBDEE-15D9-44FF-BF8A-14FDA94430CE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1850657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A close up of a sign&#10;&#10;Description automatically generated">
            <a:extLst>
              <a:ext uri="{FF2B5EF4-FFF2-40B4-BE49-F238E27FC236}">
                <a16:creationId xmlns:a16="http://schemas.microsoft.com/office/drawing/2014/main" id="{E241D156-A2A4-AA41-8F24-6F29CD914024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9" name="Picture 8" descr="A close up of a sign&#10;&#10;Description automatically generated">
            <a:extLst>
              <a:ext uri="{FF2B5EF4-FFF2-40B4-BE49-F238E27FC236}">
                <a16:creationId xmlns:a16="http://schemas.microsoft.com/office/drawing/2014/main" id="{F01D8E5F-8265-9840-9341-6C27A5EEB5EE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246773" y="303388"/>
            <a:ext cx="3406344" cy="1135448"/>
          </a:xfrm>
          <a:prstGeom prst="rect">
            <a:avLst/>
          </a:prstGeom>
        </p:spPr>
      </p:pic>
      <p:sp>
        <p:nvSpPr>
          <p:cNvPr id="11" name="Text Placeholder 6">
            <a:extLst>
              <a:ext uri="{FF2B5EF4-FFF2-40B4-BE49-F238E27FC236}">
                <a16:creationId xmlns:a16="http://schemas.microsoft.com/office/drawing/2014/main" id="{AFEC7928-F94D-C141-9599-44AA58DCD28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383202" y="2196789"/>
            <a:ext cx="7195151" cy="815352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3600"/>
            </a:lvl1pPr>
            <a:lvl2pPr marL="342900" indent="0">
              <a:buNone/>
              <a:defRPr sz="3300"/>
            </a:lvl2pPr>
            <a:lvl3pPr marL="685800" indent="0">
              <a:buNone/>
              <a:defRPr sz="3000"/>
            </a:lvl3pPr>
            <a:lvl4pPr marL="1028700" indent="0">
              <a:buNone/>
              <a:defRPr sz="2700"/>
            </a:lvl4pPr>
            <a:lvl5pPr marL="1371600" indent="0">
              <a:buNone/>
              <a:defRPr sz="2700"/>
            </a:lvl5pPr>
          </a:lstStyle>
          <a:p>
            <a:pPr lvl="0"/>
            <a:r>
              <a:rPr lang="en-GB" dirty="0"/>
              <a:t>Code - Module Name</a:t>
            </a:r>
          </a:p>
          <a:p>
            <a:pPr lvl="4"/>
            <a:endParaRPr lang="x-none" dirty="0"/>
          </a:p>
        </p:txBody>
      </p:sp>
      <p:sp>
        <p:nvSpPr>
          <p:cNvPr id="6" name="Text Placeholder 6">
            <a:extLst>
              <a:ext uri="{FF2B5EF4-FFF2-40B4-BE49-F238E27FC236}">
                <a16:creationId xmlns:a16="http://schemas.microsoft.com/office/drawing/2014/main" id="{6A55C290-0B7A-CD49-8ED4-25631D938FA8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904910" y="3217206"/>
            <a:ext cx="7195151" cy="1991724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2700"/>
            </a:lvl1pPr>
            <a:lvl2pPr marL="342900" indent="0">
              <a:buNone/>
              <a:defRPr sz="3300"/>
            </a:lvl2pPr>
            <a:lvl3pPr marL="685800" indent="0">
              <a:buNone/>
              <a:defRPr sz="3000"/>
            </a:lvl3pPr>
            <a:lvl4pPr marL="1028700" indent="0">
              <a:buNone/>
              <a:defRPr sz="2700"/>
            </a:lvl4pPr>
            <a:lvl5pPr marL="1371600" indent="0">
              <a:buNone/>
              <a:defRPr sz="2700"/>
            </a:lvl5pPr>
          </a:lstStyle>
          <a:p>
            <a:pPr lvl="0"/>
            <a:r>
              <a:rPr lang="en-GB" sz="2700" dirty="0"/>
              <a:t>Lecture N</a:t>
            </a:r>
          </a:p>
          <a:p>
            <a:pPr lvl="0"/>
            <a:r>
              <a:rPr lang="en-GB" sz="2700" dirty="0"/>
              <a:t>Topic</a:t>
            </a:r>
          </a:p>
          <a:p>
            <a:pPr lvl="0"/>
            <a:r>
              <a:rPr lang="en-GB" sz="2700" dirty="0"/>
              <a:t>Lecturer Name</a:t>
            </a:r>
          </a:p>
          <a:p>
            <a:pPr lvl="4"/>
            <a:endParaRPr lang="x-none" dirty="0"/>
          </a:p>
        </p:txBody>
      </p:sp>
    </p:spTree>
    <p:extLst>
      <p:ext uri="{BB962C8B-B14F-4D97-AF65-F5344CB8AC3E}">
        <p14:creationId xmlns:p14="http://schemas.microsoft.com/office/powerpoint/2010/main" val="3930813677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A close up of a sign&#10;&#10;Description automatically generated">
            <a:extLst>
              <a:ext uri="{FF2B5EF4-FFF2-40B4-BE49-F238E27FC236}">
                <a16:creationId xmlns:a16="http://schemas.microsoft.com/office/drawing/2014/main" id="{E241D156-A2A4-AA41-8F24-6F29CD914024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9" name="Picture 8" descr="A close up of a sign&#10;&#10;Description automatically generated">
            <a:extLst>
              <a:ext uri="{FF2B5EF4-FFF2-40B4-BE49-F238E27FC236}">
                <a16:creationId xmlns:a16="http://schemas.microsoft.com/office/drawing/2014/main" id="{F01D8E5F-8265-9840-9341-6C27A5EEB5EE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246773" y="303388"/>
            <a:ext cx="3406344" cy="1135448"/>
          </a:xfrm>
          <a:prstGeom prst="rect">
            <a:avLst/>
          </a:prstGeom>
        </p:spPr>
      </p:pic>
      <p:sp>
        <p:nvSpPr>
          <p:cNvPr id="11" name="Text Placeholder 6">
            <a:extLst>
              <a:ext uri="{FF2B5EF4-FFF2-40B4-BE49-F238E27FC236}">
                <a16:creationId xmlns:a16="http://schemas.microsoft.com/office/drawing/2014/main" id="{AFEC7928-F94D-C141-9599-44AA58DCD28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383201" y="2196789"/>
            <a:ext cx="7195151" cy="815352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4800"/>
            </a:lvl1pPr>
            <a:lvl2pPr marL="457200" indent="0">
              <a:buNone/>
              <a:defRPr sz="4400"/>
            </a:lvl2pPr>
            <a:lvl3pPr marL="914400" indent="0">
              <a:buNone/>
              <a:defRPr sz="4000"/>
            </a:lvl3pPr>
            <a:lvl4pPr marL="1371600" indent="0">
              <a:buNone/>
              <a:defRPr sz="3600"/>
            </a:lvl4pPr>
            <a:lvl5pPr marL="1828800" indent="0">
              <a:buNone/>
              <a:defRPr sz="3600"/>
            </a:lvl5pPr>
          </a:lstStyle>
          <a:p>
            <a:pPr lvl="0"/>
            <a:r>
              <a:rPr lang="en-GB" dirty="0"/>
              <a:t>Code - Module Name</a:t>
            </a:r>
          </a:p>
          <a:p>
            <a:pPr lvl="4"/>
            <a:endParaRPr lang="x-none" dirty="0"/>
          </a:p>
        </p:txBody>
      </p:sp>
      <p:sp>
        <p:nvSpPr>
          <p:cNvPr id="6" name="Text Placeholder 6">
            <a:extLst>
              <a:ext uri="{FF2B5EF4-FFF2-40B4-BE49-F238E27FC236}">
                <a16:creationId xmlns:a16="http://schemas.microsoft.com/office/drawing/2014/main" id="{6A55C290-0B7A-CD49-8ED4-25631D938FA8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904908" y="3217206"/>
            <a:ext cx="7195151" cy="1991724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3600"/>
            </a:lvl1pPr>
            <a:lvl2pPr marL="457200" indent="0">
              <a:buNone/>
              <a:defRPr sz="4400"/>
            </a:lvl2pPr>
            <a:lvl3pPr marL="914400" indent="0">
              <a:buNone/>
              <a:defRPr sz="4000"/>
            </a:lvl3pPr>
            <a:lvl4pPr marL="1371600" indent="0">
              <a:buNone/>
              <a:defRPr sz="3600"/>
            </a:lvl4pPr>
            <a:lvl5pPr marL="1828800" indent="0">
              <a:buNone/>
              <a:defRPr sz="3600"/>
            </a:lvl5pPr>
          </a:lstStyle>
          <a:p>
            <a:pPr lvl="0"/>
            <a:r>
              <a:rPr lang="en-GB" sz="3600" dirty="0"/>
              <a:t>Lecture N</a:t>
            </a:r>
          </a:p>
          <a:p>
            <a:pPr lvl="0"/>
            <a:r>
              <a:rPr lang="en-GB" sz="3600" dirty="0"/>
              <a:t>Topic</a:t>
            </a:r>
          </a:p>
          <a:p>
            <a:pPr lvl="0"/>
            <a:r>
              <a:rPr lang="en-GB" sz="3600" dirty="0"/>
              <a:t>Lecturer Name</a:t>
            </a:r>
          </a:p>
          <a:p>
            <a:pPr lvl="4"/>
            <a:endParaRPr lang="x-none" dirty="0"/>
          </a:p>
        </p:txBody>
      </p:sp>
    </p:spTree>
    <p:extLst>
      <p:ext uri="{BB962C8B-B14F-4D97-AF65-F5344CB8AC3E}">
        <p14:creationId xmlns:p14="http://schemas.microsoft.com/office/powerpoint/2010/main" val="3092782425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814671-2548-9B4A-BC90-1ABE627594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>
            <a:lvl1pPr>
              <a:defRPr>
                <a:latin typeface="+mn-lt"/>
              </a:defRPr>
            </a:lvl1pPr>
          </a:lstStyle>
          <a:p>
            <a:r>
              <a:rPr lang="en-US"/>
              <a:t>Click to edit Master title style</a:t>
            </a:r>
            <a:endParaRPr lang="x-non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5569FD-E7A8-A74A-A927-2163C5DE819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3600"/>
            </a:lvl1pPr>
            <a:lvl2pPr>
              <a:defRPr sz="3200"/>
            </a:lvl2pPr>
            <a:lvl3pPr>
              <a:defRPr sz="28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x-non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F2D0C97-F2BE-1F46-8DF3-8613C7F290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8CD59B-C6C2-C84A-A9B5-AB286FEC8FEA}" type="datetimeFigureOut">
              <a:rPr lang="x-none" smtClean="0"/>
              <a:t>10/21/2024</a:t>
            </a:fld>
            <a:endParaRPr lang="x-non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AD5D1BA-4427-5F48-BCA8-775A2EAA81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x-non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31FA457-CD19-7E42-BCE7-19B42ECF4B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1369CC5A-799D-8E43-8032-7791EC7DE478}" type="slidenum">
              <a:rPr lang="x-none" smtClean="0"/>
              <a:t>‹#›</a:t>
            </a:fld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269579543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C28224-E7F2-D948-A75F-27BE76022D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x-non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A73274C-2B21-0E4A-A8E9-C4D4E96E6FA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42E7795-320A-AC41-9319-FA00A973BE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8CD59B-C6C2-C84A-A9B5-AB286FEC8FEA}" type="datetimeFigureOut">
              <a:rPr lang="x-none" smtClean="0"/>
              <a:t>10/21/2024</a:t>
            </a:fld>
            <a:endParaRPr lang="x-non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3C24889-94C4-FE4A-9EBD-FA34D0443B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x-non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06BF730-9B59-8B4F-B1CD-A90E43E43A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1369CC5A-799D-8E43-8032-7791EC7DE478}" type="slidenum">
              <a:rPr lang="x-none" smtClean="0"/>
              <a:t>‹#›</a:t>
            </a:fld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980871963"/>
      </p:ext>
    </p:extLst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371C7E-F47F-A740-8161-500BA0D2CF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x-non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47DE7F3-B809-3045-901F-BB37003309C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x-none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FCA977B-1B4C-1849-A510-DDB31D1A934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x-none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56FE30D-E1F2-764A-9FF3-4DDFE8D0F3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8CD59B-C6C2-C84A-A9B5-AB286FEC8FEA}" type="datetimeFigureOut">
              <a:rPr lang="x-none" smtClean="0"/>
              <a:t>10/21/2024</a:t>
            </a:fld>
            <a:endParaRPr lang="x-non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8037FC9-FF28-704F-8F73-3DCC030418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x-non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8239922-8FF3-334D-8AC6-167CC3ABD9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1369CC5A-799D-8E43-8032-7791EC7DE478}" type="slidenum">
              <a:rPr lang="x-none" smtClean="0"/>
              <a:t>‹#›</a:t>
            </a:fld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429356838"/>
      </p:ext>
    </p:extLst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E6440F-30BD-EC47-8F28-28E35C0CED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x-non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69DA827-0A00-0648-B3C1-5EB6984BEF0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6653E0A-ADA9-D640-8D2A-C335F0671C8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x-none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AEB8E11-FD7A-4B4D-8CC4-981C10EC3E8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2637FC6-D39A-6640-BEFD-A3934C1D67E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x-none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B38863D-C098-2A48-85BA-53A743E6A2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8CD59B-C6C2-C84A-A9B5-AB286FEC8FEA}" type="datetimeFigureOut">
              <a:rPr lang="x-none" smtClean="0"/>
              <a:t>10/21/2024</a:t>
            </a:fld>
            <a:endParaRPr lang="x-none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58E1737-7D3B-AC4D-B2DE-7CAB5F1F05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x-none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6FC1A37-0D4F-1E44-AB54-2A9C08D720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1369CC5A-799D-8E43-8032-7791EC7DE478}" type="slidenum">
              <a:rPr lang="x-none" smtClean="0"/>
              <a:t>‹#›</a:t>
            </a:fld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3856094613"/>
      </p:ext>
    </p:extLst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AD0CF2-4FE2-0C4E-AEC9-EB428EBA2E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x-none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1089262-86FD-7942-AE17-870A15962E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8CD59B-C6C2-C84A-A9B5-AB286FEC8FEA}" type="datetimeFigureOut">
              <a:rPr lang="x-none" smtClean="0"/>
              <a:t>10/21/2024</a:t>
            </a:fld>
            <a:endParaRPr lang="x-none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98D7CE8-E9C6-394E-9DAE-F509FDB9EE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x-none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AEAA6A5-D0FA-D541-A385-0FA4D8DE43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1369CC5A-799D-8E43-8032-7791EC7DE478}" type="slidenum">
              <a:rPr lang="x-none" smtClean="0"/>
              <a:t>‹#›</a:t>
            </a:fld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2263140426"/>
      </p:ext>
    </p:extLst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0B41372-4AA9-3441-B767-BA04767700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8CD59B-C6C2-C84A-A9B5-AB286FEC8FEA}" type="datetimeFigureOut">
              <a:rPr lang="x-none" smtClean="0"/>
              <a:t>10/21/2024</a:t>
            </a:fld>
            <a:endParaRPr lang="x-none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EC336D2-6CA7-5E40-BEA6-53E1620E22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x-none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09F1234-6AFD-AA4B-B051-5E11EF9629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1369CC5A-799D-8E43-8032-7791EC7DE478}" type="slidenum">
              <a:rPr lang="x-none" smtClean="0"/>
              <a:t>‹#›</a:t>
            </a:fld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1549858218"/>
      </p:ext>
    </p:extLst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361E-BD52-844C-8A6A-E222CA6009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x-non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74FF224-5B8F-DB4D-81C2-5F1D81FE3E0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x-non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93F5B4C-BF1F-734B-BC03-36188B6CAE5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D1B5693-0A12-1148-B9BA-7B0E67A43B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8CD59B-C6C2-C84A-A9B5-AB286FEC8FEA}" type="datetimeFigureOut">
              <a:rPr lang="x-none" smtClean="0"/>
              <a:t>10/21/2024</a:t>
            </a:fld>
            <a:endParaRPr lang="x-non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BA2E3EC-0501-DA47-9535-DE116BB815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x-non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50B25EA-A6C9-354B-8B1D-1EEAC246EE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1369CC5A-799D-8E43-8032-7791EC7DE478}" type="slidenum">
              <a:rPr lang="x-none" smtClean="0"/>
              <a:t>‹#›</a:t>
            </a:fld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2198379994"/>
      </p:ext>
    </p:extLst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5C0641-E214-4E42-B539-42FF88BF05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x-none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0E43784-F0EF-6F42-B7A0-9379BC2273F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x-non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01D639B-E1B6-AD43-9162-E3F15504603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C16F307-58F8-994F-98FB-536A4E056F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8CD59B-C6C2-C84A-A9B5-AB286FEC8FEA}" type="datetimeFigureOut">
              <a:rPr lang="x-none" smtClean="0"/>
              <a:t>10/21/2024</a:t>
            </a:fld>
            <a:endParaRPr lang="x-non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7E646F2-FC06-4C49-B044-3A96AD8851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x-non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3C1C94D-A47C-FE48-BD38-11973AF91D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1369CC5A-799D-8E43-8032-7791EC7DE478}" type="slidenum">
              <a:rPr lang="x-none" smtClean="0"/>
              <a:t>‹#›</a:t>
            </a:fld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3894538327"/>
      </p:ext>
    </p:extLst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A67E0F-1F1B-A847-8BEA-0716D072CB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x-none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4A535DE-2758-BE47-87AA-DA04AB40BFE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x-non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130FD5-1ECF-064E-B6B3-F6EC46746E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8CD59B-C6C2-C84A-A9B5-AB286FEC8FEA}" type="datetimeFigureOut">
              <a:rPr lang="x-none" smtClean="0"/>
              <a:t>10/21/2024</a:t>
            </a:fld>
            <a:endParaRPr lang="x-non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0E3543A-6C83-194B-8589-B5C624CECD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x-non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88BD9C0-70AE-A44A-8305-6C32BDB15C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1369CC5A-799D-8E43-8032-7791EC7DE478}" type="slidenum">
              <a:rPr lang="x-none" smtClean="0"/>
              <a:t>‹#›</a:t>
            </a:fld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3393876786"/>
      </p:ext>
    </p:extLst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CDC077D-2EDB-BC42-B959-CEA813812D7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  <a:prstGeom prst="rect">
            <a:avLst/>
          </a:prstGeom>
        </p:spPr>
        <p:txBody>
          <a:bodyPr vert="eaVert"/>
          <a:lstStyle/>
          <a:p>
            <a:r>
              <a:rPr lang="en-US"/>
              <a:t>Click to edit Master title style</a:t>
            </a:r>
            <a:endParaRPr lang="x-none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40515B0-AD48-6E41-AC9E-DEC15DB568A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x-non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26F8E1C-5EA0-3D4A-B64B-FD9A0F2E5D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8CD59B-C6C2-C84A-A9B5-AB286FEC8FEA}" type="datetimeFigureOut">
              <a:rPr lang="x-none" smtClean="0"/>
              <a:t>10/21/2024</a:t>
            </a:fld>
            <a:endParaRPr lang="x-non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0AC8324-3C92-E941-B869-105EBE245B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x-non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C4F6284-20B3-0840-8AEA-87581B17CE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1369CC5A-799D-8E43-8032-7791EC7DE478}" type="slidenum">
              <a:rPr lang="x-none" smtClean="0"/>
              <a:t>‹#›</a:t>
            </a:fld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1020658107"/>
      </p:ext>
    </p:extLst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A close up of a sign&#10;&#10;Description automatically generated">
            <a:extLst>
              <a:ext uri="{FF2B5EF4-FFF2-40B4-BE49-F238E27FC236}">
                <a16:creationId xmlns:a16="http://schemas.microsoft.com/office/drawing/2014/main" id="{C24D18CF-89A3-BF48-A490-7D1906AD74FF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9" name="Picture 8" descr="A close up of a sign&#10;&#10;Description automatically generated">
            <a:extLst>
              <a:ext uri="{FF2B5EF4-FFF2-40B4-BE49-F238E27FC236}">
                <a16:creationId xmlns:a16="http://schemas.microsoft.com/office/drawing/2014/main" id="{36E61CA8-E35C-2448-901A-D4F36D201251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246773" y="303388"/>
            <a:ext cx="3406344" cy="1135448"/>
          </a:xfrm>
          <a:prstGeom prst="rect">
            <a:avLst/>
          </a:prstGeom>
        </p:spPr>
      </p:pic>
      <p:sp>
        <p:nvSpPr>
          <p:cNvPr id="13" name="Text Placeholder 6">
            <a:extLst>
              <a:ext uri="{FF2B5EF4-FFF2-40B4-BE49-F238E27FC236}">
                <a16:creationId xmlns:a16="http://schemas.microsoft.com/office/drawing/2014/main" id="{2F6304E1-D957-4548-8D94-C8F685FDBEA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383201" y="2196789"/>
            <a:ext cx="7195151" cy="815352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4800"/>
            </a:lvl1pPr>
            <a:lvl2pPr marL="457200" indent="0">
              <a:buNone/>
              <a:defRPr sz="4400"/>
            </a:lvl2pPr>
            <a:lvl3pPr marL="914400" indent="0">
              <a:buNone/>
              <a:defRPr sz="4000"/>
            </a:lvl3pPr>
            <a:lvl4pPr marL="1371600" indent="0">
              <a:buNone/>
              <a:defRPr sz="3600"/>
            </a:lvl4pPr>
            <a:lvl5pPr marL="1828800" indent="0">
              <a:buNone/>
              <a:defRPr sz="3600"/>
            </a:lvl5pPr>
          </a:lstStyle>
          <a:p>
            <a:pPr lvl="0"/>
            <a:r>
              <a:rPr lang="en-GB" dirty="0"/>
              <a:t>Code - Module Name</a:t>
            </a:r>
          </a:p>
          <a:p>
            <a:pPr lvl="4"/>
            <a:endParaRPr lang="x-none" dirty="0"/>
          </a:p>
        </p:txBody>
      </p:sp>
      <p:sp>
        <p:nvSpPr>
          <p:cNvPr id="6" name="Text Placeholder 6">
            <a:extLst>
              <a:ext uri="{FF2B5EF4-FFF2-40B4-BE49-F238E27FC236}">
                <a16:creationId xmlns:a16="http://schemas.microsoft.com/office/drawing/2014/main" id="{2949BD21-1F58-F74D-9D98-21A3ADDDC79B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904908" y="3217206"/>
            <a:ext cx="7195151" cy="1991724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3600"/>
            </a:lvl1pPr>
            <a:lvl2pPr marL="457200" indent="0">
              <a:buNone/>
              <a:defRPr sz="4400"/>
            </a:lvl2pPr>
            <a:lvl3pPr marL="914400" indent="0">
              <a:buNone/>
              <a:defRPr sz="4000"/>
            </a:lvl3pPr>
            <a:lvl4pPr marL="1371600" indent="0">
              <a:buNone/>
              <a:defRPr sz="3600"/>
            </a:lvl4pPr>
            <a:lvl5pPr marL="1828800" indent="0">
              <a:buNone/>
              <a:defRPr sz="3600"/>
            </a:lvl5pPr>
          </a:lstStyle>
          <a:p>
            <a:pPr lvl="0"/>
            <a:r>
              <a:rPr lang="en-GB" sz="3600" dirty="0"/>
              <a:t>Lecture N</a:t>
            </a:r>
          </a:p>
          <a:p>
            <a:pPr lvl="0"/>
            <a:r>
              <a:rPr lang="en-GB" sz="3600" dirty="0"/>
              <a:t>Topic</a:t>
            </a:r>
          </a:p>
          <a:p>
            <a:pPr lvl="0"/>
            <a:r>
              <a:rPr lang="en-GB" sz="3600" dirty="0"/>
              <a:t>Lecturer Name</a:t>
            </a:r>
          </a:p>
          <a:p>
            <a:pPr lvl="4"/>
            <a:endParaRPr lang="x-none" dirty="0"/>
          </a:p>
        </p:txBody>
      </p:sp>
    </p:spTree>
    <p:extLst>
      <p:ext uri="{BB962C8B-B14F-4D97-AF65-F5344CB8AC3E}">
        <p14:creationId xmlns:p14="http://schemas.microsoft.com/office/powerpoint/2010/main" val="4263597597"/>
      </p:ext>
    </p:extLst>
  </p:cSld>
  <p:clrMapOvr>
    <a:masterClrMapping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355DFE-D4AA-884A-B0AF-9091191399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>
            <a:lvl1pPr>
              <a:defRPr>
                <a:latin typeface="+mn-lt"/>
              </a:defRPr>
            </a:lvl1pPr>
          </a:lstStyle>
          <a:p>
            <a:r>
              <a:rPr lang="en-US"/>
              <a:t>Click to edit Master title style</a:t>
            </a:r>
            <a:endParaRPr lang="x-non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3A78A9-BE45-8147-A585-E8BF901F42B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3600"/>
            </a:lvl1pPr>
            <a:lvl2pPr>
              <a:defRPr sz="3200"/>
            </a:lvl2pPr>
            <a:lvl3pPr>
              <a:defRPr sz="28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x-none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D0ED910-A7F2-3C4F-942D-96EC31BD6A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F5BACE-BCC1-184F-A700-DFA15150D1CF}" type="datetimeFigureOut">
              <a:rPr lang="x-none" smtClean="0"/>
              <a:t>10/21/2024</a:t>
            </a:fld>
            <a:endParaRPr lang="x-non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E1B81F6-89F5-094B-B16A-B100DF462C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x-non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107FA00-28C6-BA47-9BCA-7602B6A468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337ECD-691F-C34D-A1DE-BB16D10A8AA5}" type="slidenum">
              <a:rPr lang="x-none" smtClean="0"/>
              <a:t>‹#›</a:t>
            </a:fld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3353290620"/>
      </p:ext>
    </p:extLst>
  </p:cSld>
  <p:clrMapOvr>
    <a:masterClrMapping/>
  </p:clrMapOvr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868632-3FF1-114F-89D8-26506CF7FE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x-non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0DDBC5B-0688-4245-914D-57EEBBBCA1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C60DCD3-0138-984B-9BCF-6A74A20B5B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F5BACE-BCC1-184F-A700-DFA15150D1CF}" type="datetimeFigureOut">
              <a:rPr lang="x-none" smtClean="0"/>
              <a:t>10/21/2024</a:t>
            </a:fld>
            <a:endParaRPr lang="x-non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E5E250C-F25C-8346-9557-E4D2F5B179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x-non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F5E146A-B9E0-2445-8288-0E18F947DF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337ECD-691F-C34D-A1DE-BB16D10A8AA5}" type="slidenum">
              <a:rPr lang="x-none" smtClean="0"/>
              <a:t>‹#›</a:t>
            </a:fld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3168879791"/>
      </p:ext>
    </p:extLst>
  </p:cSld>
  <p:clrMapOvr>
    <a:masterClrMapping/>
  </p:clrMapOvr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E12DBE-F99A-AC47-AC4D-FD4FF28535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x-non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EF8C7D9-6025-3D48-B9EF-8468F88C9B9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x-none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47C8ECB-A5E1-6846-B4E5-6725A1E594B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x-none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C7030B0-F053-F540-A7D4-08C5A3FF44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F5BACE-BCC1-184F-A700-DFA15150D1CF}" type="datetimeFigureOut">
              <a:rPr lang="x-none" smtClean="0"/>
              <a:t>10/21/2024</a:t>
            </a:fld>
            <a:endParaRPr lang="x-non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6C28EE3-05A7-C746-A06A-68E7C5993C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x-non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E2372DA-7F41-3B43-AAD3-06278222C0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337ECD-691F-C34D-A1DE-BB16D10A8AA5}" type="slidenum">
              <a:rPr lang="x-none" smtClean="0"/>
              <a:t>‹#›</a:t>
            </a:fld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1696067973"/>
      </p:ext>
    </p:extLst>
  </p:cSld>
  <p:clrMapOvr>
    <a:masterClrMapping/>
  </p:clrMapOvr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5CCD59-2B2F-6342-84CC-CDBFBF009A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x-non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606C3F1-A786-B74F-87EE-CCD26105F1F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8B797CC-B575-114C-AC86-C67B45A168C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x-none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22AE595-D8FB-8848-A7E1-4324FAE2284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ED88016-0A86-5B47-B42F-A3FCBEAF999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x-none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D4D908D-C1E4-7D48-ABB0-FD884D88BB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F5BACE-BCC1-184F-A700-DFA15150D1CF}" type="datetimeFigureOut">
              <a:rPr lang="x-none" smtClean="0"/>
              <a:t>10/21/2024</a:t>
            </a:fld>
            <a:endParaRPr lang="x-none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51DCA8C-250C-4E4C-BB6E-24A1E1072B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x-none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6A10730-617D-044F-9490-2AD97541D3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337ECD-691F-C34D-A1DE-BB16D10A8AA5}" type="slidenum">
              <a:rPr lang="x-none" smtClean="0"/>
              <a:t>‹#›</a:t>
            </a:fld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4093317814"/>
      </p:ext>
    </p:extLst>
  </p:cSld>
  <p:clrMapOvr>
    <a:masterClrMapping/>
  </p:clrMapOvr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6FC8B4-28B8-7041-BEB1-52BD3610C5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x-none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BCB3380-E09E-3C43-9A92-E6EB0B3D3F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F5BACE-BCC1-184F-A700-DFA15150D1CF}" type="datetimeFigureOut">
              <a:rPr lang="x-none" smtClean="0"/>
              <a:t>10/21/2024</a:t>
            </a:fld>
            <a:endParaRPr lang="x-none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794D097-9D59-9C4B-BD9A-0A0E9785B9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x-none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39D3078-4BD3-854C-BA6D-351397A828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337ECD-691F-C34D-A1DE-BB16D10A8AA5}" type="slidenum">
              <a:rPr lang="x-none" smtClean="0"/>
              <a:t>‹#›</a:t>
            </a:fld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3438197314"/>
      </p:ext>
    </p:extLst>
  </p:cSld>
  <p:clrMapOvr>
    <a:masterClrMapping/>
  </p:clrMapOvr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013292B-95FC-A54C-9E21-7CA64D61B2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F5BACE-BCC1-184F-A700-DFA15150D1CF}" type="datetimeFigureOut">
              <a:rPr lang="x-none" smtClean="0"/>
              <a:t>10/21/2024</a:t>
            </a:fld>
            <a:endParaRPr lang="x-none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2F27E7C-3225-5F43-948B-76F37A8FA2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x-none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876F8A8-3F94-954F-BD63-8F423C03E8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337ECD-691F-C34D-A1DE-BB16D10A8AA5}" type="slidenum">
              <a:rPr lang="x-none" smtClean="0"/>
              <a:t>‹#›</a:t>
            </a:fld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2153703848"/>
      </p:ext>
    </p:extLst>
  </p:cSld>
  <p:clrMapOvr>
    <a:masterClrMapping/>
  </p:clrMapOvr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531035-7105-3F46-B23E-61880CF37D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x-non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F928537-2308-084C-85CA-D1F5990BFB6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x-non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63C8F6B-0EB7-EF42-B6FC-DED9B2D7D7C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2235400-3E45-6E4C-ACDA-7B27CF3EA8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F5BACE-BCC1-184F-A700-DFA15150D1CF}" type="datetimeFigureOut">
              <a:rPr lang="x-none" smtClean="0"/>
              <a:t>10/21/2024</a:t>
            </a:fld>
            <a:endParaRPr lang="x-non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3763210-D575-3D45-AF1D-8B81BF9727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x-non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F8D18E9-72B9-5447-BBC9-A7B58B6B42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337ECD-691F-C34D-A1DE-BB16D10A8AA5}" type="slidenum">
              <a:rPr lang="x-none" smtClean="0"/>
              <a:t>‹#›</a:t>
            </a:fld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3312222780"/>
      </p:ext>
    </p:extLst>
  </p:cSld>
  <p:clrMapOvr>
    <a:masterClrMapping/>
  </p:clrMapOvr>
</p:sldLayout>
</file>

<file path=ppt/slideLayouts/slideLayout73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0AAE6D-A7C6-864C-A0E6-98D870462E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x-none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23753E8-2A7F-BA43-B4B3-415AB2E9C40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x-non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0DEA259-B848-884C-9F89-9D13CB3523E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D763B9E-0D38-434D-A026-41C9B601C9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F5BACE-BCC1-184F-A700-DFA15150D1CF}" type="datetimeFigureOut">
              <a:rPr lang="x-none" smtClean="0"/>
              <a:t>10/21/2024</a:t>
            </a:fld>
            <a:endParaRPr lang="x-non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0D3B9E2-8D80-7742-9888-1EC7509D96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x-non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2FB6CA9-994F-1245-9771-E23FDCA94C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337ECD-691F-C34D-A1DE-BB16D10A8AA5}" type="slidenum">
              <a:rPr lang="x-none" smtClean="0"/>
              <a:t>‹#›</a:t>
            </a:fld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4031056891"/>
      </p:ext>
    </p:extLst>
  </p:cSld>
  <p:clrMapOvr>
    <a:masterClrMapping/>
  </p:clrMapOvr>
</p:sldLayout>
</file>

<file path=ppt/slideLayouts/slideLayout7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959689-1C00-884F-82C8-067B59B40A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x-none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9029053-FF3C-FF48-AEE9-7FA009A38ED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x-non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BA20541-2512-D84F-AD2C-DA512A9E7F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F5BACE-BCC1-184F-A700-DFA15150D1CF}" type="datetimeFigureOut">
              <a:rPr lang="x-none" smtClean="0"/>
              <a:t>10/21/2024</a:t>
            </a:fld>
            <a:endParaRPr lang="x-non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D2571CD-CC46-FA4F-897E-4535749F7E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x-non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1C40A0A-EA86-7442-BE2F-385D1E22D6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337ECD-691F-C34D-A1DE-BB16D10A8AA5}" type="slidenum">
              <a:rPr lang="x-none" smtClean="0"/>
              <a:t>‹#›</a:t>
            </a:fld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3174870322"/>
      </p:ext>
    </p:extLst>
  </p:cSld>
  <p:clrMapOvr>
    <a:masterClrMapping/>
  </p:clrMapOvr>
</p:sldLayout>
</file>

<file path=ppt/slideLayouts/slideLayout7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655A014-6951-BE44-8A86-DAA0F07B74B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  <a:prstGeom prst="rect">
            <a:avLst/>
          </a:prstGeom>
        </p:spPr>
        <p:txBody>
          <a:bodyPr vert="eaVert"/>
          <a:lstStyle/>
          <a:p>
            <a:r>
              <a:rPr lang="en-US"/>
              <a:t>Click to edit Master title style</a:t>
            </a:r>
            <a:endParaRPr lang="x-none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FEBB579-260D-AB49-9B80-1A21613D324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x-non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26DDAA9-5C47-284E-9934-5E8E122B0A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F5BACE-BCC1-184F-A700-DFA15150D1CF}" type="datetimeFigureOut">
              <a:rPr lang="x-none" smtClean="0"/>
              <a:t>10/21/2024</a:t>
            </a:fld>
            <a:endParaRPr lang="x-non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C907007-A1FA-1D4F-8D2E-DC92C17B32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x-non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B864ABA-6D4C-764D-8FDA-62C57A76DD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337ECD-691F-C34D-A1DE-BB16D10A8AA5}" type="slidenum">
              <a:rPr lang="x-none" smtClean="0"/>
              <a:t>‹#›</a:t>
            </a:fld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3146221778"/>
      </p:ext>
    </p:extLst>
  </p:cSld>
  <p:clrMapOvr>
    <a:masterClrMapping/>
  </p:clrMapOvr>
</p:sldLayout>
</file>

<file path=ppt/slideLayouts/slideLayout7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A close up of a sign&#10;&#10;Description automatically generated">
            <a:extLst>
              <a:ext uri="{FF2B5EF4-FFF2-40B4-BE49-F238E27FC236}">
                <a16:creationId xmlns:a16="http://schemas.microsoft.com/office/drawing/2014/main" id="{A129F7F3-9F03-6745-82D9-1C58E2ED724C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8" name="Picture 7" descr="A close up of a sign&#10;&#10;Description automatically generated">
            <a:extLst>
              <a:ext uri="{FF2B5EF4-FFF2-40B4-BE49-F238E27FC236}">
                <a16:creationId xmlns:a16="http://schemas.microsoft.com/office/drawing/2014/main" id="{6EB73741-F5ED-864D-931A-858A844D7359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246773" y="303388"/>
            <a:ext cx="3406344" cy="1135448"/>
          </a:xfrm>
          <a:prstGeom prst="rect">
            <a:avLst/>
          </a:prstGeom>
        </p:spPr>
      </p:pic>
      <p:sp>
        <p:nvSpPr>
          <p:cNvPr id="9" name="Text Placeholder 6">
            <a:extLst>
              <a:ext uri="{FF2B5EF4-FFF2-40B4-BE49-F238E27FC236}">
                <a16:creationId xmlns:a16="http://schemas.microsoft.com/office/drawing/2014/main" id="{51CA3039-84A1-C946-A5F7-5CBD9EE4243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383201" y="2196789"/>
            <a:ext cx="7195151" cy="815352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4800"/>
            </a:lvl1pPr>
            <a:lvl2pPr marL="457200" indent="0">
              <a:buNone/>
              <a:defRPr sz="4400"/>
            </a:lvl2pPr>
            <a:lvl3pPr marL="914400" indent="0">
              <a:buNone/>
              <a:defRPr sz="4000"/>
            </a:lvl3pPr>
            <a:lvl4pPr marL="1371600" indent="0">
              <a:buNone/>
              <a:defRPr sz="3600"/>
            </a:lvl4pPr>
            <a:lvl5pPr marL="1828800" indent="0">
              <a:buNone/>
              <a:defRPr sz="3600"/>
            </a:lvl5pPr>
          </a:lstStyle>
          <a:p>
            <a:pPr lvl="0"/>
            <a:r>
              <a:rPr lang="en-GB" dirty="0"/>
              <a:t>Code - Module Name</a:t>
            </a:r>
          </a:p>
          <a:p>
            <a:pPr lvl="4"/>
            <a:endParaRPr lang="x-none" dirty="0"/>
          </a:p>
        </p:txBody>
      </p:sp>
      <p:sp>
        <p:nvSpPr>
          <p:cNvPr id="6" name="Text Placeholder 6">
            <a:extLst>
              <a:ext uri="{FF2B5EF4-FFF2-40B4-BE49-F238E27FC236}">
                <a16:creationId xmlns:a16="http://schemas.microsoft.com/office/drawing/2014/main" id="{24264AD4-A097-5B4B-98C9-A1C1BF02FC99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904908" y="3217206"/>
            <a:ext cx="7195151" cy="1991724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3600"/>
            </a:lvl1pPr>
            <a:lvl2pPr marL="457200" indent="0">
              <a:buNone/>
              <a:defRPr sz="4400"/>
            </a:lvl2pPr>
            <a:lvl3pPr marL="914400" indent="0">
              <a:buNone/>
              <a:defRPr sz="4000"/>
            </a:lvl3pPr>
            <a:lvl4pPr marL="1371600" indent="0">
              <a:buNone/>
              <a:defRPr sz="3600"/>
            </a:lvl4pPr>
            <a:lvl5pPr marL="1828800" indent="0">
              <a:buNone/>
              <a:defRPr sz="3600"/>
            </a:lvl5pPr>
          </a:lstStyle>
          <a:p>
            <a:pPr lvl="0"/>
            <a:r>
              <a:rPr lang="en-GB" sz="3600" dirty="0"/>
              <a:t>Lecture N</a:t>
            </a:r>
          </a:p>
          <a:p>
            <a:pPr lvl="0"/>
            <a:r>
              <a:rPr lang="en-GB" sz="3600" dirty="0"/>
              <a:t>Topic</a:t>
            </a:r>
          </a:p>
          <a:p>
            <a:pPr lvl="0"/>
            <a:r>
              <a:rPr lang="en-GB" sz="3600" dirty="0"/>
              <a:t>Lecturer Name</a:t>
            </a:r>
          </a:p>
          <a:p>
            <a:pPr lvl="4"/>
            <a:endParaRPr lang="x-none" dirty="0"/>
          </a:p>
        </p:txBody>
      </p:sp>
    </p:spTree>
    <p:extLst>
      <p:ext uri="{BB962C8B-B14F-4D97-AF65-F5344CB8AC3E}">
        <p14:creationId xmlns:p14="http://schemas.microsoft.com/office/powerpoint/2010/main" val="1339467238"/>
      </p:ext>
    </p:extLst>
  </p:cSld>
  <p:clrMapOvr>
    <a:masterClrMapping/>
  </p:clrMapOvr>
</p:sldLayout>
</file>

<file path=ppt/slideLayouts/slideLayout7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68BA11-1A32-C54B-9309-C6FC3DF545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>
            <a:lvl1pPr>
              <a:defRPr>
                <a:latin typeface="+mn-lt"/>
              </a:defRPr>
            </a:lvl1pPr>
          </a:lstStyle>
          <a:p>
            <a:r>
              <a:rPr lang="en-US"/>
              <a:t>Click to edit Master title style</a:t>
            </a:r>
            <a:endParaRPr lang="x-non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BDBCA5A-D390-484A-A55D-EBAE9C167A0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3600"/>
            </a:lvl1pPr>
            <a:lvl2pPr>
              <a:defRPr sz="3200"/>
            </a:lvl2pPr>
            <a:lvl3pPr>
              <a:defRPr sz="28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x-non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30A0CE0-255B-9D48-9895-1DBBF8FB3C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20E6BC-1CF3-D548-872D-25FC8E072151}" type="datetimeFigureOut">
              <a:rPr lang="x-none" smtClean="0"/>
              <a:t>10/21/2024</a:t>
            </a:fld>
            <a:endParaRPr lang="x-non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5200B41-8B4D-3641-A6E2-4EAEEDAC3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x-non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E60300A-5925-B849-9D04-6ACF51730C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70EFAC-9DE5-EE49-9E0C-0108BFBCFC7D}" type="slidenum">
              <a:rPr lang="x-none" smtClean="0"/>
              <a:t>‹#›</a:t>
            </a:fld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1036143449"/>
      </p:ext>
    </p:extLst>
  </p:cSld>
  <p:clrMapOvr>
    <a:masterClrMapping/>
  </p:clrMapOvr>
</p:sldLayout>
</file>

<file path=ppt/slideLayouts/slideLayout78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CE10CD-5FF6-D644-8F75-3C6E0F56D8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x-non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FBA6A57-A120-F94D-8EA3-EA3D86415DB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B221499-307A-7643-ADE6-D298E00C8F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20E6BC-1CF3-D548-872D-25FC8E072151}" type="datetimeFigureOut">
              <a:rPr lang="x-none" smtClean="0"/>
              <a:t>10/21/2024</a:t>
            </a:fld>
            <a:endParaRPr lang="x-non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A4F30D1-7714-374F-BC33-73B2A62006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x-non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70E1605-2E39-8141-97F7-8C650BA235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70EFAC-9DE5-EE49-9E0C-0108BFBCFC7D}" type="slidenum">
              <a:rPr lang="x-none" smtClean="0"/>
              <a:t>‹#›</a:t>
            </a:fld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3657223689"/>
      </p:ext>
    </p:extLst>
  </p:cSld>
  <p:clrMapOvr>
    <a:masterClrMapping/>
  </p:clrMapOvr>
</p:sldLayout>
</file>

<file path=ppt/slideLayouts/slideLayout7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BD3FCB-D002-214D-B46A-827BC002DC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x-non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EE28CA7-1D76-6E4F-87EA-6BDB547CC00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x-none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E48C7E8-E7DE-D34B-BA57-8BD8A6E945D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x-none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5526544-4FE6-B44F-A69D-7A92325603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20E6BC-1CF3-D548-872D-25FC8E072151}" type="datetimeFigureOut">
              <a:rPr lang="x-none" smtClean="0"/>
              <a:t>10/21/2024</a:t>
            </a:fld>
            <a:endParaRPr lang="x-non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759E1D6-3EEE-B84B-8130-0567542359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x-non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E8D2B60-A597-0942-BB72-AC0130F435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70EFAC-9DE5-EE49-9E0C-0108BFBCFC7D}" type="slidenum">
              <a:rPr lang="x-none" smtClean="0"/>
              <a:t>‹#›</a:t>
            </a:fld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2364568645"/>
      </p:ext>
    </p:extLst>
  </p:cSld>
  <p:clrMapOvr>
    <a:masterClrMapping/>
  </p:clrMapOvr>
</p:sldLayout>
</file>

<file path=ppt/slideLayouts/slideLayout80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7D9156-7ED5-6F41-97D9-1B4750005C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x-non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9787EFE-7F1F-5041-AE5E-693F96ABB2D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7D5EA84-F4FA-4E4D-852B-D0A78283B1F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x-none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6763292-D36A-5A45-B6AF-B1ACAFB2411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63B6209-A769-6240-9DC9-34223F0438E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x-none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E30CFE5-EF40-C04C-A4DD-83D3392085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20E6BC-1CF3-D548-872D-25FC8E072151}" type="datetimeFigureOut">
              <a:rPr lang="x-none" smtClean="0"/>
              <a:t>10/21/2024</a:t>
            </a:fld>
            <a:endParaRPr lang="x-none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FADC4E6-AD1E-4F43-BC6C-2FF050C6B4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x-none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5D8BF98-4A8B-9D45-BC3D-148F821970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70EFAC-9DE5-EE49-9E0C-0108BFBCFC7D}" type="slidenum">
              <a:rPr lang="x-none" smtClean="0"/>
              <a:t>‹#›</a:t>
            </a:fld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759529706"/>
      </p:ext>
    </p:extLst>
  </p:cSld>
  <p:clrMapOvr>
    <a:masterClrMapping/>
  </p:clrMapOvr>
</p:sldLayout>
</file>

<file path=ppt/slideLayouts/slideLayout8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C601A1-9589-2B40-9187-92DC385362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x-none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DAB0B05-C27C-7640-8ABE-679BF30C18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20E6BC-1CF3-D548-872D-25FC8E072151}" type="datetimeFigureOut">
              <a:rPr lang="x-none" smtClean="0"/>
              <a:t>10/21/2024</a:t>
            </a:fld>
            <a:endParaRPr lang="x-none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D38BC55-A0B6-9049-AF6D-5C21E1940D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x-none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27D89E6-B899-8A41-99BC-FE0CBF2524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70EFAC-9DE5-EE49-9E0C-0108BFBCFC7D}" type="slidenum">
              <a:rPr lang="x-none" smtClean="0"/>
              <a:t>‹#›</a:t>
            </a:fld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3856139517"/>
      </p:ext>
    </p:extLst>
  </p:cSld>
  <p:clrMapOvr>
    <a:masterClrMapping/>
  </p:clrMapOvr>
</p:sldLayout>
</file>

<file path=ppt/slideLayouts/slideLayout8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B71877D-7DAA-A24D-9830-DA354FB5E0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20E6BC-1CF3-D548-872D-25FC8E072151}" type="datetimeFigureOut">
              <a:rPr lang="x-none" smtClean="0"/>
              <a:t>10/21/2024</a:t>
            </a:fld>
            <a:endParaRPr lang="x-none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EAF4227-3C44-644C-98C2-6091B0D94E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x-none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4BBBC5F-BACA-B445-ADDB-B88691DE6E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70EFAC-9DE5-EE49-9E0C-0108BFBCFC7D}" type="slidenum">
              <a:rPr lang="x-none" smtClean="0"/>
              <a:t>‹#›</a:t>
            </a:fld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2995231523"/>
      </p:ext>
    </p:extLst>
  </p:cSld>
  <p:clrMapOvr>
    <a:masterClrMapping/>
  </p:clrMapOvr>
</p:sldLayout>
</file>

<file path=ppt/slideLayouts/slideLayout83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3282E9-373E-1B42-B3E5-DED5A09BEA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x-non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D3C892-7991-DB4A-9FCB-6BEC76DF3ED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x-non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A5D14E8-9C9F-3C45-8ED5-01DA001F09E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A90D87D-73D0-E24D-B666-C32B866F4A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20E6BC-1CF3-D548-872D-25FC8E072151}" type="datetimeFigureOut">
              <a:rPr lang="x-none" smtClean="0"/>
              <a:t>10/21/2024</a:t>
            </a:fld>
            <a:endParaRPr lang="x-non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A8C982A-56C6-6C4B-9164-375366226C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x-non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1055C7F-5748-A947-9451-D18E491C09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70EFAC-9DE5-EE49-9E0C-0108BFBCFC7D}" type="slidenum">
              <a:rPr lang="x-none" smtClean="0"/>
              <a:t>‹#›</a:t>
            </a:fld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1427521020"/>
      </p:ext>
    </p:extLst>
  </p:cSld>
  <p:clrMapOvr>
    <a:masterClrMapping/>
  </p:clrMapOvr>
</p:sldLayout>
</file>

<file path=ppt/slideLayouts/slideLayout84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B0E9F9-3F5C-5F4A-AB69-E3FDCC703E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x-none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9A7E557-0685-DE49-A6F7-FAF3135D1E7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x-non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0058FE6-9CAD-854A-B539-D16466D05F6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775E515-7DAA-E648-BD3E-E4FEE608EA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20E6BC-1CF3-D548-872D-25FC8E072151}" type="datetimeFigureOut">
              <a:rPr lang="x-none" smtClean="0"/>
              <a:t>10/21/2024</a:t>
            </a:fld>
            <a:endParaRPr lang="x-non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D80FF43-7001-1845-ABEA-41845D262E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x-non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8757134-E5FE-A54C-9B90-EA4CBFA2BE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70EFAC-9DE5-EE49-9E0C-0108BFBCFC7D}" type="slidenum">
              <a:rPr lang="x-none" smtClean="0"/>
              <a:t>‹#›</a:t>
            </a:fld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776622537"/>
      </p:ext>
    </p:extLst>
  </p:cSld>
  <p:clrMapOvr>
    <a:masterClrMapping/>
  </p:clrMapOvr>
</p:sldLayout>
</file>

<file path=ppt/slideLayouts/slideLayout8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2B99E8-36B5-0949-8513-689C34F556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x-none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68ABE95-8117-C043-8DB8-E267B453A9C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x-non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EF5E56E-ECDE-A644-96DE-56082F5954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20E6BC-1CF3-D548-872D-25FC8E072151}" type="datetimeFigureOut">
              <a:rPr lang="x-none" smtClean="0"/>
              <a:t>10/21/2024</a:t>
            </a:fld>
            <a:endParaRPr lang="x-non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3C3A234-4F81-A841-B3AF-33C41FFF54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x-non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F8A6CA2-D71B-C04F-8425-17588281E5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70EFAC-9DE5-EE49-9E0C-0108BFBCFC7D}" type="slidenum">
              <a:rPr lang="x-none" smtClean="0"/>
              <a:t>‹#›</a:t>
            </a:fld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2629632056"/>
      </p:ext>
    </p:extLst>
  </p:cSld>
  <p:clrMapOvr>
    <a:masterClrMapping/>
  </p:clrMapOvr>
</p:sldLayout>
</file>

<file path=ppt/slideLayouts/slideLayout8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5FB5A0C-AF3E-DD4A-9869-9D0CB4AA8F2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  <a:prstGeom prst="rect">
            <a:avLst/>
          </a:prstGeom>
        </p:spPr>
        <p:txBody>
          <a:bodyPr vert="eaVert"/>
          <a:lstStyle/>
          <a:p>
            <a:r>
              <a:rPr lang="en-US"/>
              <a:t>Click to edit Master title style</a:t>
            </a:r>
            <a:endParaRPr lang="x-none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E54FB47-CB7D-D541-AADE-0A562EAABE6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x-non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6217B44-9C32-5040-9951-6284080FB3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20E6BC-1CF3-D548-872D-25FC8E072151}" type="datetimeFigureOut">
              <a:rPr lang="x-none" smtClean="0"/>
              <a:t>10/21/2024</a:t>
            </a:fld>
            <a:endParaRPr lang="x-non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CD8170D-7439-1C4C-B41A-F911F36F62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x-non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B49A723-3CA4-C843-9091-FB60545BB6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70EFAC-9DE5-EE49-9E0C-0108BFBCFC7D}" type="slidenum">
              <a:rPr lang="x-none" smtClean="0"/>
              <a:t>‹#›</a:t>
            </a:fld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496406949"/>
      </p:ext>
    </p:extLst>
  </p:cSld>
  <p:clrMapOvr>
    <a:masterClrMapping/>
  </p:clrMapOvr>
</p:sldLayout>
</file>

<file path=ppt/slideLayouts/slideLayout8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A close up of a sign&#10;&#10;Description automatically generated">
            <a:extLst>
              <a:ext uri="{FF2B5EF4-FFF2-40B4-BE49-F238E27FC236}">
                <a16:creationId xmlns:a16="http://schemas.microsoft.com/office/drawing/2014/main" id="{FE6D7474-90FC-2843-A6C6-7EC64A439997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8" name="Picture 7" descr="A close up of a sign&#10;&#10;Description automatically generated">
            <a:extLst>
              <a:ext uri="{FF2B5EF4-FFF2-40B4-BE49-F238E27FC236}">
                <a16:creationId xmlns:a16="http://schemas.microsoft.com/office/drawing/2014/main" id="{AF2137A8-B7A9-2A46-AC45-4250534E9195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246773" y="303388"/>
            <a:ext cx="3406344" cy="1135448"/>
          </a:xfrm>
          <a:prstGeom prst="rect">
            <a:avLst/>
          </a:prstGeom>
        </p:spPr>
      </p:pic>
      <p:sp>
        <p:nvSpPr>
          <p:cNvPr id="9" name="Text Placeholder 6">
            <a:extLst>
              <a:ext uri="{FF2B5EF4-FFF2-40B4-BE49-F238E27FC236}">
                <a16:creationId xmlns:a16="http://schemas.microsoft.com/office/drawing/2014/main" id="{AC908751-67EF-B24F-9891-A9E6E404771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383201" y="2196789"/>
            <a:ext cx="7195151" cy="815352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4800"/>
            </a:lvl1pPr>
            <a:lvl2pPr marL="457200" indent="0">
              <a:buNone/>
              <a:defRPr sz="4400"/>
            </a:lvl2pPr>
            <a:lvl3pPr marL="914400" indent="0">
              <a:buNone/>
              <a:defRPr sz="4000"/>
            </a:lvl3pPr>
            <a:lvl4pPr marL="1371600" indent="0">
              <a:buNone/>
              <a:defRPr sz="3600"/>
            </a:lvl4pPr>
            <a:lvl5pPr marL="1828800" indent="0">
              <a:buNone/>
              <a:defRPr sz="3600"/>
            </a:lvl5pPr>
          </a:lstStyle>
          <a:p>
            <a:pPr lvl="0"/>
            <a:r>
              <a:rPr lang="en-GB" dirty="0"/>
              <a:t>Code - Module Name</a:t>
            </a:r>
          </a:p>
          <a:p>
            <a:pPr lvl="4"/>
            <a:endParaRPr lang="x-none" dirty="0"/>
          </a:p>
        </p:txBody>
      </p:sp>
      <p:sp>
        <p:nvSpPr>
          <p:cNvPr id="6" name="Text Placeholder 6">
            <a:extLst>
              <a:ext uri="{FF2B5EF4-FFF2-40B4-BE49-F238E27FC236}">
                <a16:creationId xmlns:a16="http://schemas.microsoft.com/office/drawing/2014/main" id="{B8097590-88B5-144D-AFF3-0A7EEBB73187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904908" y="3217206"/>
            <a:ext cx="7195151" cy="1991724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3600"/>
            </a:lvl1pPr>
            <a:lvl2pPr marL="457200" indent="0">
              <a:buNone/>
              <a:defRPr sz="4400"/>
            </a:lvl2pPr>
            <a:lvl3pPr marL="914400" indent="0">
              <a:buNone/>
              <a:defRPr sz="4000"/>
            </a:lvl3pPr>
            <a:lvl4pPr marL="1371600" indent="0">
              <a:buNone/>
              <a:defRPr sz="3600"/>
            </a:lvl4pPr>
            <a:lvl5pPr marL="1828800" indent="0">
              <a:buNone/>
              <a:defRPr sz="3600"/>
            </a:lvl5pPr>
          </a:lstStyle>
          <a:p>
            <a:pPr lvl="0"/>
            <a:r>
              <a:rPr lang="en-GB" sz="3600" dirty="0"/>
              <a:t>Lecture N</a:t>
            </a:r>
          </a:p>
          <a:p>
            <a:pPr lvl="0"/>
            <a:r>
              <a:rPr lang="en-GB" sz="3600" dirty="0"/>
              <a:t>Topic</a:t>
            </a:r>
          </a:p>
          <a:p>
            <a:pPr lvl="0"/>
            <a:r>
              <a:rPr lang="en-GB" sz="3600" dirty="0"/>
              <a:t>Lecturer Name</a:t>
            </a:r>
          </a:p>
          <a:p>
            <a:pPr lvl="4"/>
            <a:endParaRPr lang="x-none" dirty="0"/>
          </a:p>
        </p:txBody>
      </p:sp>
    </p:spTree>
    <p:extLst>
      <p:ext uri="{BB962C8B-B14F-4D97-AF65-F5344CB8AC3E}">
        <p14:creationId xmlns:p14="http://schemas.microsoft.com/office/powerpoint/2010/main" val="2189209370"/>
      </p:ext>
    </p:extLst>
  </p:cSld>
  <p:clrMapOvr>
    <a:masterClrMapping/>
  </p:clrMapOvr>
</p:sldLayout>
</file>

<file path=ppt/slideLayouts/slideLayout8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8D2487-9088-DE47-98DB-6EAF683015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>
            <a:lvl1pPr>
              <a:defRPr>
                <a:latin typeface="+mn-lt"/>
              </a:defRPr>
            </a:lvl1pPr>
          </a:lstStyle>
          <a:p>
            <a:r>
              <a:rPr lang="en-US"/>
              <a:t>Click to edit Master title style</a:t>
            </a:r>
            <a:endParaRPr lang="x-non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D174E3A-DC25-E64A-888C-94941F13A33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3600"/>
            </a:lvl1pPr>
            <a:lvl2pPr>
              <a:defRPr sz="3200"/>
            </a:lvl2pPr>
            <a:lvl3pPr>
              <a:defRPr sz="28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x-non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CA14187-3913-374E-AEAF-80AA66EC09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0F6062-965F-0D4F-9928-5BD13379ABC1}" type="datetimeFigureOut">
              <a:rPr lang="x-none" smtClean="0"/>
              <a:t>10/21/2024</a:t>
            </a:fld>
            <a:endParaRPr lang="x-non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A24E1D9-21DE-9141-9208-3C74FF8082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x-non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F7364CB-CA1E-5244-A1D2-083E4C3E48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6662C7-B6AF-AC44-9DED-1AD9FB7CAF7F}" type="slidenum">
              <a:rPr lang="x-none" smtClean="0"/>
              <a:t>‹#›</a:t>
            </a:fld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3524402747"/>
      </p:ext>
    </p:extLst>
  </p:cSld>
  <p:clrMapOvr>
    <a:masterClrMapping/>
  </p:clrMapOvr>
</p:sldLayout>
</file>

<file path=ppt/slideLayouts/slideLayout89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58F076-D2AB-2943-AF9A-72D3F8071D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x-non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53F7BF9-0A61-FF4F-8395-027DE0E1818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D6C7C4D-D285-9A4B-8BB5-373860950C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0F6062-965F-0D4F-9928-5BD13379ABC1}" type="datetimeFigureOut">
              <a:rPr lang="x-none" smtClean="0"/>
              <a:t>10/21/2024</a:t>
            </a:fld>
            <a:endParaRPr lang="x-non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8D86127-0EA6-214A-B083-D35F0E932E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x-non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0EE0EDF-60E5-5D4D-9636-8177179025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6662C7-B6AF-AC44-9DED-1AD9FB7CAF7F}" type="slidenum">
              <a:rPr lang="x-none" smtClean="0"/>
              <a:t>‹#›</a:t>
            </a:fld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3778017714"/>
      </p:ext>
    </p:extLst>
  </p:cSld>
  <p:clrMapOvr>
    <a:masterClrMapping/>
  </p:clrMapOvr>
</p:sldLayout>
</file>

<file path=ppt/slideLayouts/slideLayout90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7F3584-DBD9-744B-8E72-102A4829C9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x-non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902AA3D-4A15-E34C-8AF7-1009883ABF2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x-none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D136B84-F8B1-F84F-BF1F-6272CA32923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x-none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DC513C1-A08B-2F44-8DA7-121F90D4F1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0F6062-965F-0D4F-9928-5BD13379ABC1}" type="datetimeFigureOut">
              <a:rPr lang="x-none" smtClean="0"/>
              <a:t>10/21/2024</a:t>
            </a:fld>
            <a:endParaRPr lang="x-non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4144FEE-4967-624A-9F10-4D7B7D288E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x-non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5C9A911-0630-4544-BC4F-184673FFF6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6662C7-B6AF-AC44-9DED-1AD9FB7CAF7F}" type="slidenum">
              <a:rPr lang="x-none" smtClean="0"/>
              <a:t>‹#›</a:t>
            </a:fld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695070559"/>
      </p:ext>
    </p:extLst>
  </p:cSld>
  <p:clrMapOvr>
    <a:masterClrMapping/>
  </p:clrMapOvr>
</p:sldLayout>
</file>

<file path=ppt/slideLayouts/slideLayout91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6A0E63-D2DB-5D47-878D-DDAFFC9B0C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x-non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3CFEB6B-B92B-CC49-8718-2EE2EEC1FCE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675D6C4-21DD-DD4F-B969-021619D97D5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x-none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CC4CCE0-F6C0-C14E-942C-C53C6113FB6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7CEE15A-649F-F841-861A-E96BFED1A23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x-none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0E5F3CB-0847-A149-B2D3-F83591B343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0F6062-965F-0D4F-9928-5BD13379ABC1}" type="datetimeFigureOut">
              <a:rPr lang="x-none" smtClean="0"/>
              <a:t>10/21/2024</a:t>
            </a:fld>
            <a:endParaRPr lang="x-none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48C7ECC-B6CB-2E4D-A93D-44C1F6F4DE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x-none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25921A9-D953-1441-89E0-852D67E235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6662C7-B6AF-AC44-9DED-1AD9FB7CAF7F}" type="slidenum">
              <a:rPr lang="x-none" smtClean="0"/>
              <a:t>‹#›</a:t>
            </a:fld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2294073661"/>
      </p:ext>
    </p:extLst>
  </p:cSld>
  <p:clrMapOvr>
    <a:masterClrMapping/>
  </p:clrMapOvr>
</p:sldLayout>
</file>

<file path=ppt/slideLayouts/slideLayout9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B55A48-96BB-C249-92DA-6D671E6A11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x-none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8E95BC2-7F4F-A74F-8B65-D090BFF712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0F6062-965F-0D4F-9928-5BD13379ABC1}" type="datetimeFigureOut">
              <a:rPr lang="x-none" smtClean="0"/>
              <a:t>10/21/2024</a:t>
            </a:fld>
            <a:endParaRPr lang="x-none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0B41E8C-783A-3842-BA95-91CFE50A54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x-none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0657E49-737A-774F-BEED-4D74F35079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6662C7-B6AF-AC44-9DED-1AD9FB7CAF7F}" type="slidenum">
              <a:rPr lang="x-none" smtClean="0"/>
              <a:t>‹#›</a:t>
            </a:fld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23410156"/>
      </p:ext>
    </p:extLst>
  </p:cSld>
  <p:clrMapOvr>
    <a:masterClrMapping/>
  </p:clrMapOvr>
</p:sldLayout>
</file>

<file path=ppt/slideLayouts/slideLayout9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E1E19AB-93A9-CB4F-A97D-C6D0E4C5B5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0F6062-965F-0D4F-9928-5BD13379ABC1}" type="datetimeFigureOut">
              <a:rPr lang="x-none" smtClean="0"/>
              <a:t>10/21/2024</a:t>
            </a:fld>
            <a:endParaRPr lang="x-none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9093FA0-71C8-3749-A2F2-ECC7B4B2CB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x-none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AFEE156-6187-6141-BD3E-DA6E1C3A14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6662C7-B6AF-AC44-9DED-1AD9FB7CAF7F}" type="slidenum">
              <a:rPr lang="x-none" smtClean="0"/>
              <a:t>‹#›</a:t>
            </a:fld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428619621"/>
      </p:ext>
    </p:extLst>
  </p:cSld>
  <p:clrMapOvr>
    <a:masterClrMapping/>
  </p:clrMapOvr>
</p:sldLayout>
</file>

<file path=ppt/slideLayouts/slideLayout94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281BC4-F8C9-5947-940B-1390E37FB8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x-non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A9B7F54-094F-B143-83C5-95C52D9AC41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x-non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A1066C6-C25C-984E-A0DD-D5415E5145C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760D5CD-069C-1948-8349-806190536A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0F6062-965F-0D4F-9928-5BD13379ABC1}" type="datetimeFigureOut">
              <a:rPr lang="x-none" smtClean="0"/>
              <a:t>10/21/2024</a:t>
            </a:fld>
            <a:endParaRPr lang="x-non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E5A0036-3325-A94F-85AA-183519D77C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x-non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32C2FD6-A57A-A249-8976-340497AEC6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6662C7-B6AF-AC44-9DED-1AD9FB7CAF7F}" type="slidenum">
              <a:rPr lang="x-none" smtClean="0"/>
              <a:t>‹#›</a:t>
            </a:fld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1102255954"/>
      </p:ext>
    </p:extLst>
  </p:cSld>
  <p:clrMapOvr>
    <a:masterClrMapping/>
  </p:clrMapOvr>
</p:sldLayout>
</file>

<file path=ppt/slideLayouts/slideLayout95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6E09B5-A5B5-A14A-9542-024E78DDA2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x-none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7006178-F035-6845-97F1-5BE5570EB99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x-non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249A715-7EC3-FB42-9E17-B990CE9D9C3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8479DB0-B002-9645-AC57-C3D147390A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0F6062-965F-0D4F-9928-5BD13379ABC1}" type="datetimeFigureOut">
              <a:rPr lang="x-none" smtClean="0"/>
              <a:t>10/21/2024</a:t>
            </a:fld>
            <a:endParaRPr lang="x-non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6D3AAF8-51B9-5C45-B2CD-732A4D7815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x-non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7662CF3-0416-BF4C-AA63-4B8A7263C0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6662C7-B6AF-AC44-9DED-1AD9FB7CAF7F}" type="slidenum">
              <a:rPr lang="x-none" smtClean="0"/>
              <a:t>‹#›</a:t>
            </a:fld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3887162625"/>
      </p:ext>
    </p:extLst>
  </p:cSld>
  <p:clrMapOvr>
    <a:masterClrMapping/>
  </p:clrMapOvr>
</p:sldLayout>
</file>

<file path=ppt/slideLayouts/slideLayout9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2CADB3-2C61-564D-997C-1DA70B29EA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x-none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6FF8161-6881-D741-89D9-C165F33EE90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x-non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DAD1751-1B65-1F49-A8C2-325477A841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0F6062-965F-0D4F-9928-5BD13379ABC1}" type="datetimeFigureOut">
              <a:rPr lang="x-none" smtClean="0"/>
              <a:t>10/21/2024</a:t>
            </a:fld>
            <a:endParaRPr lang="x-non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4DFCD24-4D35-674F-8BF1-400416E768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x-non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827FF32-CD5B-FF41-9C75-89644CC927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6662C7-B6AF-AC44-9DED-1AD9FB7CAF7F}" type="slidenum">
              <a:rPr lang="x-none" smtClean="0"/>
              <a:t>‹#›</a:t>
            </a:fld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3336076766"/>
      </p:ext>
    </p:extLst>
  </p:cSld>
  <p:clrMapOvr>
    <a:masterClrMapping/>
  </p:clrMapOvr>
</p:sldLayout>
</file>

<file path=ppt/slideLayouts/slideLayout9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CE3B775-5606-8445-B5C6-D71237AC314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  <a:prstGeom prst="rect">
            <a:avLst/>
          </a:prstGeom>
        </p:spPr>
        <p:txBody>
          <a:bodyPr vert="eaVert"/>
          <a:lstStyle/>
          <a:p>
            <a:r>
              <a:rPr lang="en-US"/>
              <a:t>Click to edit Master title style</a:t>
            </a:r>
            <a:endParaRPr lang="x-none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E9F18FC-BDED-8C40-9D95-42AC248059B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x-non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58FA7EB-3179-0548-99F6-45FFD5239B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0F6062-965F-0D4F-9928-5BD13379ABC1}" type="datetimeFigureOut">
              <a:rPr lang="x-none" smtClean="0"/>
              <a:t>10/21/2024</a:t>
            </a:fld>
            <a:endParaRPr lang="x-non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881DB21-8761-1A49-86D0-64300BFB6D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x-non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4A24DBE-D2F1-5E4D-A1D3-D403F04B2E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6662C7-B6AF-AC44-9DED-1AD9FB7CAF7F}" type="slidenum">
              <a:rPr lang="x-none" smtClean="0"/>
              <a:t>‹#›</a:t>
            </a:fld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395270281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theme" Target="../theme/theme2.xml"/><Relationship Id="rId2" Type="http://schemas.openxmlformats.org/officeDocument/2006/relationships/slideLayout" Target="../slideLayouts/slideLayout4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3.png"/><Relationship Id="rId5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7.xml"/><Relationship Id="rId3" Type="http://schemas.openxmlformats.org/officeDocument/2006/relationships/slideLayout" Target="../slideLayouts/slideLayout7.xml"/><Relationship Id="rId7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6.xml"/><Relationship Id="rId17" Type="http://schemas.openxmlformats.org/officeDocument/2006/relationships/image" Target="../media/image6.png"/><Relationship Id="rId2" Type="http://schemas.openxmlformats.org/officeDocument/2006/relationships/slideLayout" Target="../slideLayouts/slideLayout6.xml"/><Relationship Id="rId16" Type="http://schemas.openxmlformats.org/officeDocument/2006/relationships/image" Target="../media/image5.png"/><Relationship Id="rId1" Type="http://schemas.openxmlformats.org/officeDocument/2006/relationships/slideLayout" Target="../slideLayouts/slideLayout5.xml"/><Relationship Id="rId6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5.xml"/><Relationship Id="rId5" Type="http://schemas.openxmlformats.org/officeDocument/2006/relationships/slideLayout" Target="../slideLayouts/slideLayout9.xml"/><Relationship Id="rId15" Type="http://schemas.openxmlformats.org/officeDocument/2006/relationships/image" Target="../media/image4.png"/><Relationship Id="rId10" Type="http://schemas.openxmlformats.org/officeDocument/2006/relationships/slideLayout" Target="../slideLayouts/slideLayout14.xml"/><Relationship Id="rId4" Type="http://schemas.openxmlformats.org/officeDocument/2006/relationships/slideLayout" Target="../slideLayouts/slideLayout8.xml"/><Relationship Id="rId9" Type="http://schemas.openxmlformats.org/officeDocument/2006/relationships/slideLayout" Target="../slideLayouts/slideLayout13.xml"/><Relationship Id="rId14" Type="http://schemas.openxmlformats.org/officeDocument/2006/relationships/theme" Target="../theme/theme3.x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5.xml"/><Relationship Id="rId13" Type="http://schemas.openxmlformats.org/officeDocument/2006/relationships/theme" Target="../theme/theme4.xml"/><Relationship Id="rId3" Type="http://schemas.openxmlformats.org/officeDocument/2006/relationships/slideLayout" Target="../slideLayouts/slideLayout20.xml"/><Relationship Id="rId7" Type="http://schemas.openxmlformats.org/officeDocument/2006/relationships/slideLayout" Target="../slideLayouts/slideLayout24.xml"/><Relationship Id="rId12" Type="http://schemas.openxmlformats.org/officeDocument/2006/relationships/slideLayout" Target="../slideLayouts/slideLayout29.xml"/><Relationship Id="rId2" Type="http://schemas.openxmlformats.org/officeDocument/2006/relationships/slideLayout" Target="../slideLayouts/slideLayout19.xml"/><Relationship Id="rId16" Type="http://schemas.openxmlformats.org/officeDocument/2006/relationships/image" Target="../media/image6.png"/><Relationship Id="rId1" Type="http://schemas.openxmlformats.org/officeDocument/2006/relationships/slideLayout" Target="../slideLayouts/slideLayout18.xml"/><Relationship Id="rId6" Type="http://schemas.openxmlformats.org/officeDocument/2006/relationships/slideLayout" Target="../slideLayouts/slideLayout23.xml"/><Relationship Id="rId11" Type="http://schemas.openxmlformats.org/officeDocument/2006/relationships/slideLayout" Target="../slideLayouts/slideLayout28.xml"/><Relationship Id="rId5" Type="http://schemas.openxmlformats.org/officeDocument/2006/relationships/slideLayout" Target="../slideLayouts/slideLayout22.xml"/><Relationship Id="rId15" Type="http://schemas.openxmlformats.org/officeDocument/2006/relationships/image" Target="../media/image5.png"/><Relationship Id="rId10" Type="http://schemas.openxmlformats.org/officeDocument/2006/relationships/slideLayout" Target="../slideLayouts/slideLayout27.xml"/><Relationship Id="rId4" Type="http://schemas.openxmlformats.org/officeDocument/2006/relationships/slideLayout" Target="../slideLayouts/slideLayout21.xml"/><Relationship Id="rId9" Type="http://schemas.openxmlformats.org/officeDocument/2006/relationships/slideLayout" Target="../slideLayouts/slideLayout26.xml"/><Relationship Id="rId14" Type="http://schemas.openxmlformats.org/officeDocument/2006/relationships/image" Target="../media/image4.png"/></Relationships>
</file>

<file path=ppt/slideMasters/_rels/slideMaster5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7.xml"/><Relationship Id="rId3" Type="http://schemas.openxmlformats.org/officeDocument/2006/relationships/slideLayout" Target="../slideLayouts/slideLayout32.xml"/><Relationship Id="rId7" Type="http://schemas.openxmlformats.org/officeDocument/2006/relationships/slideLayout" Target="../slideLayouts/slideLayout36.xml"/><Relationship Id="rId12" Type="http://schemas.openxmlformats.org/officeDocument/2006/relationships/theme" Target="../theme/theme5.xml"/><Relationship Id="rId2" Type="http://schemas.openxmlformats.org/officeDocument/2006/relationships/slideLayout" Target="../slideLayouts/slideLayout31.xml"/><Relationship Id="rId1" Type="http://schemas.openxmlformats.org/officeDocument/2006/relationships/slideLayout" Target="../slideLayouts/slideLayout30.xml"/><Relationship Id="rId6" Type="http://schemas.openxmlformats.org/officeDocument/2006/relationships/slideLayout" Target="../slideLayouts/slideLayout35.xml"/><Relationship Id="rId11" Type="http://schemas.openxmlformats.org/officeDocument/2006/relationships/slideLayout" Target="../slideLayouts/slideLayout40.xml"/><Relationship Id="rId5" Type="http://schemas.openxmlformats.org/officeDocument/2006/relationships/slideLayout" Target="../slideLayouts/slideLayout34.xml"/><Relationship Id="rId10" Type="http://schemas.openxmlformats.org/officeDocument/2006/relationships/slideLayout" Target="../slideLayouts/slideLayout39.xml"/><Relationship Id="rId4" Type="http://schemas.openxmlformats.org/officeDocument/2006/relationships/slideLayout" Target="../slideLayouts/slideLayout33.xml"/><Relationship Id="rId9" Type="http://schemas.openxmlformats.org/officeDocument/2006/relationships/slideLayout" Target="../slideLayouts/slideLayout38.xml"/></Relationships>
</file>

<file path=ppt/slideMasters/_rels/slideMaster6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8.xml"/><Relationship Id="rId13" Type="http://schemas.openxmlformats.org/officeDocument/2006/relationships/slideLayout" Target="../slideLayouts/slideLayout53.xml"/><Relationship Id="rId3" Type="http://schemas.openxmlformats.org/officeDocument/2006/relationships/slideLayout" Target="../slideLayouts/slideLayout43.xml"/><Relationship Id="rId7" Type="http://schemas.openxmlformats.org/officeDocument/2006/relationships/slideLayout" Target="../slideLayouts/slideLayout47.xml"/><Relationship Id="rId12" Type="http://schemas.openxmlformats.org/officeDocument/2006/relationships/slideLayout" Target="../slideLayouts/slideLayout52.xml"/><Relationship Id="rId2" Type="http://schemas.openxmlformats.org/officeDocument/2006/relationships/slideLayout" Target="../slideLayouts/slideLayout42.xml"/><Relationship Id="rId1" Type="http://schemas.openxmlformats.org/officeDocument/2006/relationships/slideLayout" Target="../slideLayouts/slideLayout41.xml"/><Relationship Id="rId6" Type="http://schemas.openxmlformats.org/officeDocument/2006/relationships/slideLayout" Target="../slideLayouts/slideLayout46.xml"/><Relationship Id="rId11" Type="http://schemas.openxmlformats.org/officeDocument/2006/relationships/slideLayout" Target="../slideLayouts/slideLayout51.xml"/><Relationship Id="rId5" Type="http://schemas.openxmlformats.org/officeDocument/2006/relationships/slideLayout" Target="../slideLayouts/slideLayout45.xml"/><Relationship Id="rId15" Type="http://schemas.openxmlformats.org/officeDocument/2006/relationships/image" Target="../media/image7.png"/><Relationship Id="rId10" Type="http://schemas.openxmlformats.org/officeDocument/2006/relationships/slideLayout" Target="../slideLayouts/slideLayout50.xml"/><Relationship Id="rId4" Type="http://schemas.openxmlformats.org/officeDocument/2006/relationships/slideLayout" Target="../slideLayouts/slideLayout44.xml"/><Relationship Id="rId9" Type="http://schemas.openxmlformats.org/officeDocument/2006/relationships/slideLayout" Target="../slideLayouts/slideLayout49.xml"/><Relationship Id="rId14" Type="http://schemas.openxmlformats.org/officeDocument/2006/relationships/theme" Target="../theme/theme6.xml"/></Relationships>
</file>

<file path=ppt/slideMasters/_rels/slideMaster7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61.xml"/><Relationship Id="rId13" Type="http://schemas.openxmlformats.org/officeDocument/2006/relationships/image" Target="../media/image10.png"/><Relationship Id="rId3" Type="http://schemas.openxmlformats.org/officeDocument/2006/relationships/slideLayout" Target="../slideLayouts/slideLayout56.xml"/><Relationship Id="rId7" Type="http://schemas.openxmlformats.org/officeDocument/2006/relationships/slideLayout" Target="../slideLayouts/slideLayout60.xml"/><Relationship Id="rId12" Type="http://schemas.openxmlformats.org/officeDocument/2006/relationships/theme" Target="../theme/theme7.xml"/><Relationship Id="rId2" Type="http://schemas.openxmlformats.org/officeDocument/2006/relationships/slideLayout" Target="../slideLayouts/slideLayout55.xml"/><Relationship Id="rId1" Type="http://schemas.openxmlformats.org/officeDocument/2006/relationships/slideLayout" Target="../slideLayouts/slideLayout54.xml"/><Relationship Id="rId6" Type="http://schemas.openxmlformats.org/officeDocument/2006/relationships/slideLayout" Target="../slideLayouts/slideLayout59.xml"/><Relationship Id="rId11" Type="http://schemas.openxmlformats.org/officeDocument/2006/relationships/slideLayout" Target="../slideLayouts/slideLayout64.xml"/><Relationship Id="rId5" Type="http://schemas.openxmlformats.org/officeDocument/2006/relationships/slideLayout" Target="../slideLayouts/slideLayout58.xml"/><Relationship Id="rId10" Type="http://schemas.openxmlformats.org/officeDocument/2006/relationships/slideLayout" Target="../slideLayouts/slideLayout63.xml"/><Relationship Id="rId4" Type="http://schemas.openxmlformats.org/officeDocument/2006/relationships/slideLayout" Target="../slideLayouts/slideLayout57.xml"/><Relationship Id="rId9" Type="http://schemas.openxmlformats.org/officeDocument/2006/relationships/slideLayout" Target="../slideLayouts/slideLayout62.xml"/></Relationships>
</file>

<file path=ppt/slideMasters/_rels/slideMaster8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72.xml"/><Relationship Id="rId13" Type="http://schemas.openxmlformats.org/officeDocument/2006/relationships/image" Target="../media/image11.png"/><Relationship Id="rId3" Type="http://schemas.openxmlformats.org/officeDocument/2006/relationships/slideLayout" Target="../slideLayouts/slideLayout67.xml"/><Relationship Id="rId7" Type="http://schemas.openxmlformats.org/officeDocument/2006/relationships/slideLayout" Target="../slideLayouts/slideLayout71.xml"/><Relationship Id="rId12" Type="http://schemas.openxmlformats.org/officeDocument/2006/relationships/theme" Target="../theme/theme8.xml"/><Relationship Id="rId2" Type="http://schemas.openxmlformats.org/officeDocument/2006/relationships/slideLayout" Target="../slideLayouts/slideLayout66.xml"/><Relationship Id="rId1" Type="http://schemas.openxmlformats.org/officeDocument/2006/relationships/slideLayout" Target="../slideLayouts/slideLayout65.xml"/><Relationship Id="rId6" Type="http://schemas.openxmlformats.org/officeDocument/2006/relationships/slideLayout" Target="../slideLayouts/slideLayout70.xml"/><Relationship Id="rId11" Type="http://schemas.openxmlformats.org/officeDocument/2006/relationships/slideLayout" Target="../slideLayouts/slideLayout75.xml"/><Relationship Id="rId5" Type="http://schemas.openxmlformats.org/officeDocument/2006/relationships/slideLayout" Target="../slideLayouts/slideLayout69.xml"/><Relationship Id="rId10" Type="http://schemas.openxmlformats.org/officeDocument/2006/relationships/slideLayout" Target="../slideLayouts/slideLayout74.xml"/><Relationship Id="rId4" Type="http://schemas.openxmlformats.org/officeDocument/2006/relationships/slideLayout" Target="../slideLayouts/slideLayout68.xml"/><Relationship Id="rId9" Type="http://schemas.openxmlformats.org/officeDocument/2006/relationships/slideLayout" Target="../slideLayouts/slideLayout73.xml"/></Relationships>
</file>

<file path=ppt/slideMasters/_rels/slideMaster9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3.xml"/><Relationship Id="rId13" Type="http://schemas.openxmlformats.org/officeDocument/2006/relationships/image" Target="../media/image12.png"/><Relationship Id="rId3" Type="http://schemas.openxmlformats.org/officeDocument/2006/relationships/slideLayout" Target="../slideLayouts/slideLayout78.xml"/><Relationship Id="rId7" Type="http://schemas.openxmlformats.org/officeDocument/2006/relationships/slideLayout" Target="../slideLayouts/slideLayout82.xml"/><Relationship Id="rId12" Type="http://schemas.openxmlformats.org/officeDocument/2006/relationships/theme" Target="../theme/theme9.xml"/><Relationship Id="rId2" Type="http://schemas.openxmlformats.org/officeDocument/2006/relationships/slideLayout" Target="../slideLayouts/slideLayout77.xml"/><Relationship Id="rId1" Type="http://schemas.openxmlformats.org/officeDocument/2006/relationships/slideLayout" Target="../slideLayouts/slideLayout76.xml"/><Relationship Id="rId6" Type="http://schemas.openxmlformats.org/officeDocument/2006/relationships/slideLayout" Target="../slideLayouts/slideLayout81.xml"/><Relationship Id="rId11" Type="http://schemas.openxmlformats.org/officeDocument/2006/relationships/slideLayout" Target="../slideLayouts/slideLayout86.xml"/><Relationship Id="rId5" Type="http://schemas.openxmlformats.org/officeDocument/2006/relationships/slideLayout" Target="../slideLayouts/slideLayout80.xml"/><Relationship Id="rId10" Type="http://schemas.openxmlformats.org/officeDocument/2006/relationships/slideLayout" Target="../slideLayouts/slideLayout85.xml"/><Relationship Id="rId4" Type="http://schemas.openxmlformats.org/officeDocument/2006/relationships/slideLayout" Target="../slideLayouts/slideLayout79.xml"/><Relationship Id="rId9" Type="http://schemas.openxmlformats.org/officeDocument/2006/relationships/slideLayout" Target="../slideLayouts/slideLayout84.xml"/></Relationships>
</file>

<file path=ppt/slideMasters/_rels/slideMaster10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94.xml"/><Relationship Id="rId13" Type="http://schemas.openxmlformats.org/officeDocument/2006/relationships/image" Target="../media/image13.png"/><Relationship Id="rId3" Type="http://schemas.openxmlformats.org/officeDocument/2006/relationships/slideLayout" Target="../slideLayouts/slideLayout89.xml"/><Relationship Id="rId7" Type="http://schemas.openxmlformats.org/officeDocument/2006/relationships/slideLayout" Target="../slideLayouts/slideLayout93.xml"/><Relationship Id="rId12" Type="http://schemas.openxmlformats.org/officeDocument/2006/relationships/theme" Target="../theme/theme10.xml"/><Relationship Id="rId2" Type="http://schemas.openxmlformats.org/officeDocument/2006/relationships/slideLayout" Target="../slideLayouts/slideLayout88.xml"/><Relationship Id="rId1" Type="http://schemas.openxmlformats.org/officeDocument/2006/relationships/slideLayout" Target="../slideLayouts/slideLayout87.xml"/><Relationship Id="rId6" Type="http://schemas.openxmlformats.org/officeDocument/2006/relationships/slideLayout" Target="../slideLayouts/slideLayout92.xml"/><Relationship Id="rId11" Type="http://schemas.openxmlformats.org/officeDocument/2006/relationships/slideLayout" Target="../slideLayouts/slideLayout97.xml"/><Relationship Id="rId5" Type="http://schemas.openxmlformats.org/officeDocument/2006/relationships/slideLayout" Target="../slideLayouts/slideLayout91.xml"/><Relationship Id="rId10" Type="http://schemas.openxmlformats.org/officeDocument/2006/relationships/slideLayout" Target="../slideLayouts/slideLayout96.xml"/><Relationship Id="rId4" Type="http://schemas.openxmlformats.org/officeDocument/2006/relationships/slideLayout" Target="../slideLayouts/slideLayout90.xml"/><Relationship Id="rId9" Type="http://schemas.openxmlformats.org/officeDocument/2006/relationships/slideLayout" Target="../slideLayouts/slideLayout95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838200" y="365126"/>
            <a:ext cx="10515600" cy="13255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1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6B605D94-22F1-40AA-8D14-18D80827A1FC}" type="datetimeFigureOut">
              <a:rPr lang="en-US"/>
              <a:pPr>
                <a:defRPr/>
              </a:pPr>
              <a:t>10/21/2024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1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1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91504A3A-B0B8-431E-910C-73D0A1EE86B6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946" r:id="rId1"/>
    <p:sldLayoutId id="2147483971" r:id="rId2"/>
  </p:sldLayoutIdLst>
  <p:txStyles>
    <p:titleStyle>
      <a:lvl1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2pPr>
      <a:lvl3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3pPr>
      <a:lvl4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4pPr>
      <a:lvl5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5pPr>
      <a:lvl6pPr marL="4572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6pPr>
      <a:lvl7pPr marL="9144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7pPr>
      <a:lvl8pPr marL="13716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8pPr>
      <a:lvl9pPr marL="18288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9pPr>
    </p:titleStyle>
    <p:bodyStyle>
      <a:lvl1pPr marL="228600" indent="-228600" algn="l" rtl="0" eaLnBrk="0" fontAlgn="base" hangingPunct="0">
        <a:lnSpc>
          <a:spcPct val="90000"/>
        </a:lnSpc>
        <a:spcBef>
          <a:spcPts val="1000"/>
        </a:spcBef>
        <a:spcAft>
          <a:spcPct val="0"/>
        </a:spcAft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1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8333" r="73808"/>
          <a:stretch>
            <a:fillRect/>
          </a:stretch>
        </p:blipFill>
        <p:spPr bwMode="auto">
          <a:xfrm>
            <a:off x="1" y="5410200"/>
            <a:ext cx="3266017" cy="1447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6BA1F839-454C-45F7-839D-D8E48732D5D6}" type="datetimeFigureOut">
              <a:rPr lang="en-US"/>
              <a:pPr>
                <a:defRPr/>
              </a:pPr>
              <a:t>10/21/2024</a:t>
            </a:fld>
            <a:endParaRPr lang="en-US"/>
          </a:p>
        </p:txBody>
      </p:sp>
      <p:pic>
        <p:nvPicPr>
          <p:cNvPr id="2052" name="Picture 5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3810" b="76666"/>
          <a:stretch>
            <a:fillRect/>
          </a:stretch>
        </p:blipFill>
        <p:spPr bwMode="auto">
          <a:xfrm>
            <a:off x="8919634" y="0"/>
            <a:ext cx="3272367" cy="1562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053" name="TextBox 2"/>
          <p:cNvSpPr txBox="1">
            <a:spLocks noChangeArrowheads="1"/>
          </p:cNvSpPr>
          <p:nvPr/>
        </p:nvSpPr>
        <p:spPr bwMode="auto">
          <a:xfrm>
            <a:off x="0" y="0"/>
            <a:ext cx="12192000" cy="338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defRPr/>
            </a:pPr>
            <a:r>
              <a:rPr lang="en-US" sz="1600" b="1"/>
              <a:t>Subject Name</a:t>
            </a:r>
          </a:p>
        </p:txBody>
      </p:sp>
      <p:sp>
        <p:nvSpPr>
          <p:cNvPr id="2054" name="TextBox 6"/>
          <p:cNvSpPr txBox="1">
            <a:spLocks noChangeArrowheads="1"/>
          </p:cNvSpPr>
          <p:nvPr/>
        </p:nvSpPr>
        <p:spPr bwMode="auto">
          <a:xfrm>
            <a:off x="0" y="6519864"/>
            <a:ext cx="12192000" cy="3381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r">
              <a:defRPr/>
            </a:pPr>
            <a:r>
              <a:rPr lang="en-US" sz="1600" b="1"/>
              <a:t>SLIIT  - Faculty of Computing</a:t>
            </a:r>
          </a:p>
        </p:txBody>
      </p:sp>
      <p:sp>
        <p:nvSpPr>
          <p:cNvPr id="5" name="Rectangle 4"/>
          <p:cNvSpPr/>
          <p:nvPr/>
        </p:nvSpPr>
        <p:spPr>
          <a:xfrm>
            <a:off x="8331200" y="76200"/>
            <a:ext cx="3657600" cy="914400"/>
          </a:xfrm>
          <a:prstGeom prst="rect">
            <a:avLst/>
          </a:prstGeom>
          <a:solidFill>
            <a:srgbClr val="F2F2F2">
              <a:alpha val="5019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 sz="2400"/>
          </a:p>
        </p:txBody>
      </p:sp>
      <p:pic>
        <p:nvPicPr>
          <p:cNvPr id="2056" name="Picture 7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9997" b="23331"/>
          <a:stretch>
            <a:fillRect/>
          </a:stretch>
        </p:blipFill>
        <p:spPr bwMode="auto">
          <a:xfrm>
            <a:off x="8331200" y="76200"/>
            <a:ext cx="3657600" cy="914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972" r:id="rId1"/>
    <p:sldLayoutId id="2147483973" r:id="rId2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8"/>
          <p:cNvPicPr>
            <a:picLocks noChangeAspect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92999"/>
          <a:stretch>
            <a:fillRect/>
          </a:stretch>
        </p:blipFill>
        <p:spPr bwMode="auto">
          <a:xfrm>
            <a:off x="0" y="6400800"/>
            <a:ext cx="12192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075" name="Title Placeholder 1"/>
          <p:cNvSpPr>
            <a:spLocks noGrp="1"/>
          </p:cNvSpPr>
          <p:nvPr>
            <p:ph type="title"/>
          </p:nvPr>
        </p:nvSpPr>
        <p:spPr bwMode="auto">
          <a:xfrm>
            <a:off x="838200" y="365125"/>
            <a:ext cx="10515600" cy="1082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3076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1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0EEC29E6-4FCB-2845-BF22-D83D87980FEA}" type="datetime1">
              <a:rPr lang="en-US"/>
              <a:pPr>
                <a:defRPr/>
              </a:pPr>
              <a:t>10/21/2024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1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95712F65-B0A8-488B-9886-9D2B4CC05B31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1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D1241D6C-87BF-4E39-AC38-9E01A5818140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  <p:pic>
        <p:nvPicPr>
          <p:cNvPr id="3080" name="Picture 6"/>
          <p:cNvPicPr>
            <a:picLocks noChangeAspect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9997" b="23331"/>
          <a:stretch>
            <a:fillRect/>
          </a:stretch>
        </p:blipFill>
        <p:spPr bwMode="auto">
          <a:xfrm>
            <a:off x="10160000" y="0"/>
            <a:ext cx="2032000" cy="50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081" name="TextBox 10"/>
          <p:cNvSpPr txBox="1">
            <a:spLocks noChangeArrowheads="1"/>
          </p:cNvSpPr>
          <p:nvPr/>
        </p:nvSpPr>
        <p:spPr bwMode="auto">
          <a:xfrm>
            <a:off x="0" y="6553200"/>
            <a:ext cx="12192000" cy="338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r">
              <a:defRPr/>
            </a:pPr>
            <a:r>
              <a:rPr lang="en-US" sz="1600" b="1">
                <a:solidFill>
                  <a:srgbClr val="E87A23"/>
                </a:solidFill>
              </a:rPr>
              <a:t>SLIIT  - Faculty of Computing</a:t>
            </a:r>
          </a:p>
        </p:txBody>
      </p:sp>
      <p:pic>
        <p:nvPicPr>
          <p:cNvPr id="3082" name="Picture 11"/>
          <p:cNvPicPr>
            <a:picLocks noChangeAspect="1"/>
          </p:cNvPicPr>
          <p:nvPr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92999"/>
          <a:stretch>
            <a:fillRect/>
          </a:stretch>
        </p:blipFill>
        <p:spPr bwMode="auto">
          <a:xfrm>
            <a:off x="0" y="0"/>
            <a:ext cx="10160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083" name="TextBox 9"/>
          <p:cNvSpPr txBox="1">
            <a:spLocks noChangeArrowheads="1"/>
          </p:cNvSpPr>
          <p:nvPr/>
        </p:nvSpPr>
        <p:spPr bwMode="auto">
          <a:xfrm>
            <a:off x="0" y="-76200"/>
            <a:ext cx="5892800" cy="338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defRPr/>
            </a:pPr>
            <a:r>
              <a:rPr lang="en-US" sz="1600" b="1">
                <a:solidFill>
                  <a:schemeClr val="bg1"/>
                </a:solidFill>
              </a:rPr>
              <a:t>Subject Name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838200" y="1371600"/>
            <a:ext cx="10515600" cy="0"/>
          </a:xfrm>
          <a:prstGeom prst="line">
            <a:avLst/>
          </a:prstGeom>
          <a:ln w="19050">
            <a:solidFill>
              <a:srgbClr val="242D66"/>
            </a:solidFill>
          </a:ln>
          <a:scene3d>
            <a:camera prst="orthographicFront"/>
            <a:lightRig rig="threePt" dir="t"/>
          </a:scene3d>
          <a:sp3d>
            <a:bevelT/>
          </a:sp3d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 bg1="lt1" tx1="dk1" bg2="lt2" tx2="dk2" accent1="accent1" accent2="accent2" accent3="accent3" accent4="accent4" accent5="accent5" accent6="accent6" hlink="hlink" folHlink="folHlink"/>
  <p:sldLayoutIdLst>
    <p:sldLayoutId id="2147483974" r:id="rId1"/>
    <p:sldLayoutId id="2147483975" r:id="rId2"/>
    <p:sldLayoutId id="2147483976" r:id="rId3"/>
    <p:sldLayoutId id="2147483977" r:id="rId4"/>
    <p:sldLayoutId id="2147483978" r:id="rId5"/>
    <p:sldLayoutId id="2147483979" r:id="rId6"/>
    <p:sldLayoutId id="2147483980" r:id="rId7"/>
    <p:sldLayoutId id="2147483981" r:id="rId8"/>
    <p:sldLayoutId id="2147483982" r:id="rId9"/>
    <p:sldLayoutId id="2147483983" r:id="rId10"/>
    <p:sldLayoutId id="2147483947" r:id="rId11"/>
    <p:sldLayoutId id="2147483948" r:id="rId12"/>
    <p:sldLayoutId id="2147484048" r:id="rId13"/>
  </p:sldLayoutIdLst>
  <p:hf hdr="0" ftr="0" dt="0"/>
  <p:txStyles>
    <p:titleStyle>
      <a:lvl1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2pPr>
      <a:lvl3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3pPr>
      <a:lvl4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4pPr>
      <a:lvl5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5pPr>
      <a:lvl6pPr marL="4572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6pPr>
      <a:lvl7pPr marL="9144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7pPr>
      <a:lvl8pPr marL="13716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8pPr>
      <a:lvl9pPr marL="18288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9pPr>
    </p:titleStyle>
    <p:bodyStyle>
      <a:lvl1pPr marL="228600" indent="-228600" algn="l" rtl="0" eaLnBrk="0" fontAlgn="base" hangingPunct="0">
        <a:lnSpc>
          <a:spcPct val="90000"/>
        </a:lnSpc>
        <a:spcBef>
          <a:spcPts val="1000"/>
        </a:spcBef>
        <a:spcAft>
          <a:spcPct val="0"/>
        </a:spcAft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8"/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92999"/>
          <a:stretch>
            <a:fillRect/>
          </a:stretch>
        </p:blipFill>
        <p:spPr bwMode="auto">
          <a:xfrm>
            <a:off x="0" y="6400800"/>
            <a:ext cx="12192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099" name="Title Placeholder 1"/>
          <p:cNvSpPr>
            <a:spLocks noGrp="1"/>
          </p:cNvSpPr>
          <p:nvPr>
            <p:ph type="title"/>
          </p:nvPr>
        </p:nvSpPr>
        <p:spPr bwMode="auto">
          <a:xfrm>
            <a:off x="838200" y="365125"/>
            <a:ext cx="10515600" cy="1082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4100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1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5DF888C5-307B-4F28-B13A-20626C07D615}" type="datetimeFigureOut">
              <a:rPr lang="en-US"/>
              <a:pPr>
                <a:defRPr/>
              </a:pPr>
              <a:t>10/21/2024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1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1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0465DD2-1D4C-4C4B-B26E-8C60E58F117D}" type="slidenum">
              <a:rPr lang="en-US"/>
              <a:pPr>
                <a:defRPr/>
              </a:pPr>
              <a:t>‹#›</a:t>
            </a:fld>
            <a:endParaRPr lang="en-US"/>
          </a:p>
        </p:txBody>
      </p:sp>
      <p:pic>
        <p:nvPicPr>
          <p:cNvPr id="4104" name="Picture 6"/>
          <p:cNvPicPr>
            <a:picLocks noChangeAspect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9997" b="23331"/>
          <a:stretch>
            <a:fillRect/>
          </a:stretch>
        </p:blipFill>
        <p:spPr bwMode="auto">
          <a:xfrm>
            <a:off x="10160000" y="0"/>
            <a:ext cx="2032000" cy="50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105" name="TextBox 10"/>
          <p:cNvSpPr txBox="1">
            <a:spLocks noChangeArrowheads="1"/>
          </p:cNvSpPr>
          <p:nvPr/>
        </p:nvSpPr>
        <p:spPr bwMode="auto">
          <a:xfrm>
            <a:off x="0" y="6553200"/>
            <a:ext cx="12192000" cy="338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r">
              <a:defRPr/>
            </a:pPr>
            <a:r>
              <a:rPr lang="en-US" sz="1600" b="1">
                <a:solidFill>
                  <a:srgbClr val="E87A23"/>
                </a:solidFill>
              </a:rPr>
              <a:t>SLIIT  - Faculty of Computing</a:t>
            </a:r>
          </a:p>
        </p:txBody>
      </p:sp>
      <p:pic>
        <p:nvPicPr>
          <p:cNvPr id="4106" name="Picture 11"/>
          <p:cNvPicPr>
            <a:picLocks noChangeAspect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92999"/>
          <a:stretch>
            <a:fillRect/>
          </a:stretch>
        </p:blipFill>
        <p:spPr bwMode="auto">
          <a:xfrm>
            <a:off x="0" y="0"/>
            <a:ext cx="10160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107" name="TextBox 9"/>
          <p:cNvSpPr txBox="1">
            <a:spLocks noChangeArrowheads="1"/>
          </p:cNvSpPr>
          <p:nvPr/>
        </p:nvSpPr>
        <p:spPr bwMode="auto">
          <a:xfrm>
            <a:off x="0" y="-76200"/>
            <a:ext cx="5892800" cy="338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defRPr/>
            </a:pPr>
            <a:r>
              <a:rPr lang="en-US" sz="1600" b="1">
                <a:solidFill>
                  <a:schemeClr val="bg1"/>
                </a:solidFill>
              </a:rPr>
              <a:t>Subject Name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838200" y="1371600"/>
            <a:ext cx="10515600" cy="0"/>
          </a:xfrm>
          <a:prstGeom prst="line">
            <a:avLst/>
          </a:prstGeom>
          <a:ln w="19050">
            <a:solidFill>
              <a:srgbClr val="242D66"/>
            </a:solidFill>
          </a:ln>
          <a:scene3d>
            <a:camera prst="orthographicFront"/>
            <a:lightRig rig="threePt" dir="t"/>
          </a:scene3d>
          <a:sp3d>
            <a:bevelT/>
          </a:sp3d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 bg1="lt1" tx1="dk1" bg2="lt2" tx2="dk2" accent1="accent1" accent2="accent2" accent3="accent3" accent4="accent4" accent5="accent5" accent6="accent6" hlink="hlink" folHlink="folHlink"/>
  <p:sldLayoutIdLst>
    <p:sldLayoutId id="2147483949" r:id="rId1"/>
    <p:sldLayoutId id="2147483950" r:id="rId2"/>
    <p:sldLayoutId id="2147483951" r:id="rId3"/>
    <p:sldLayoutId id="2147483952" r:id="rId4"/>
    <p:sldLayoutId id="2147483953" r:id="rId5"/>
    <p:sldLayoutId id="2147483954" r:id="rId6"/>
    <p:sldLayoutId id="2147483955" r:id="rId7"/>
    <p:sldLayoutId id="2147483956" r:id="rId8"/>
    <p:sldLayoutId id="2147483957" r:id="rId9"/>
    <p:sldLayoutId id="2147483958" r:id="rId10"/>
    <p:sldLayoutId id="2147483959" r:id="rId11"/>
    <p:sldLayoutId id="2147483984" r:id="rId12"/>
  </p:sldLayoutIdLst>
  <p:txStyles>
    <p:titleStyle>
      <a:lvl1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2pPr>
      <a:lvl3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3pPr>
      <a:lvl4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4pPr>
      <a:lvl5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5pPr>
      <a:lvl6pPr marL="4572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6pPr>
      <a:lvl7pPr marL="9144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7pPr>
      <a:lvl8pPr marL="13716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8pPr>
      <a:lvl9pPr marL="18288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9pPr>
    </p:titleStyle>
    <p:bodyStyle>
      <a:lvl1pPr marL="228600" indent="-228600" algn="l" rtl="0" eaLnBrk="0" fontAlgn="base" hangingPunct="0">
        <a:lnSpc>
          <a:spcPct val="90000"/>
        </a:lnSpc>
        <a:spcBef>
          <a:spcPts val="1000"/>
        </a:spcBef>
        <a:spcAft>
          <a:spcPct val="0"/>
        </a:spcAft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Title Placeholder 1"/>
          <p:cNvSpPr>
            <a:spLocks noGrp="1"/>
          </p:cNvSpPr>
          <p:nvPr>
            <p:ph type="title"/>
          </p:nvPr>
        </p:nvSpPr>
        <p:spPr bwMode="auto">
          <a:xfrm>
            <a:off x="838200" y="365126"/>
            <a:ext cx="10515600" cy="13255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5123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1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DEDE7B98-3B78-407F-8C86-1C2857FC7D66}" type="datetimeFigureOut">
              <a:rPr lang="en-US"/>
              <a:pPr>
                <a:defRPr/>
              </a:pPr>
              <a:t>10/21/2024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1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1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D979B68-CE3B-4801-A503-94EF4C562160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960" r:id="rId1"/>
    <p:sldLayoutId id="2147483961" r:id="rId2"/>
    <p:sldLayoutId id="2147483962" r:id="rId3"/>
    <p:sldLayoutId id="2147483963" r:id="rId4"/>
    <p:sldLayoutId id="2147483964" r:id="rId5"/>
    <p:sldLayoutId id="2147483965" r:id="rId6"/>
    <p:sldLayoutId id="2147483966" r:id="rId7"/>
    <p:sldLayoutId id="2147483967" r:id="rId8"/>
    <p:sldLayoutId id="2147483968" r:id="rId9"/>
    <p:sldLayoutId id="2147483969" r:id="rId10"/>
    <p:sldLayoutId id="2147483970" r:id="rId11"/>
  </p:sldLayoutIdLst>
  <p:txStyles>
    <p:titleStyle>
      <a:lvl1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2pPr>
      <a:lvl3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3pPr>
      <a:lvl4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4pPr>
      <a:lvl5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5pPr>
      <a:lvl6pPr marL="4572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6pPr>
      <a:lvl7pPr marL="9144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7pPr>
      <a:lvl8pPr marL="13716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8pPr>
      <a:lvl9pPr marL="18288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9pPr>
    </p:titleStyle>
    <p:bodyStyle>
      <a:lvl1pPr marL="228600" indent="-228600" algn="l" rtl="0" eaLnBrk="0" fontAlgn="base" hangingPunct="0">
        <a:lnSpc>
          <a:spcPct val="90000"/>
        </a:lnSpc>
        <a:spcBef>
          <a:spcPts val="1000"/>
        </a:spcBef>
        <a:spcAft>
          <a:spcPct val="0"/>
        </a:spcAft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A picture containing photo, table, person, monitor&#10;&#10;Description automatically generated">
            <a:extLst>
              <a:ext uri="{FF2B5EF4-FFF2-40B4-BE49-F238E27FC236}">
                <a16:creationId xmlns:a16="http://schemas.microsoft.com/office/drawing/2014/main" id="{B74E64AB-3617-6444-977E-451665F3AA02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6B605D94-22F1-40AA-8D14-18D80827A1FC}" type="datetimeFigureOut">
              <a:rPr lang="en-US" smtClean="0"/>
              <a:pPr>
                <a:defRPr/>
              </a:pPr>
              <a:t>10/21/2024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91504A3A-B0B8-431E-910C-73D0A1EE86B6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519207C1-EF3A-474B-9260-57BDCDAABA5F}"/>
              </a:ext>
            </a:extLst>
          </p:cNvPr>
          <p:cNvSpPr/>
          <p:nvPr/>
        </p:nvSpPr>
        <p:spPr>
          <a:xfrm>
            <a:off x="3438283" y="6489700"/>
            <a:ext cx="8682597" cy="365125"/>
          </a:xfrm>
          <a:prstGeom prst="rect">
            <a:avLst/>
          </a:prstGeom>
          <a:solidFill>
            <a:srgbClr val="252D67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800" dirty="0"/>
              <a:t>Module Code | Module Name | Lecture Title | Lecturer</a:t>
            </a:r>
          </a:p>
        </p:txBody>
      </p:sp>
    </p:spTree>
    <p:extLst>
      <p:ext uri="{BB962C8B-B14F-4D97-AF65-F5344CB8AC3E}">
        <p14:creationId xmlns:p14="http://schemas.microsoft.com/office/powerpoint/2010/main" val="182292101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86" r:id="rId1"/>
    <p:sldLayoutId id="2147483987" r:id="rId2"/>
    <p:sldLayoutId id="2147483988" r:id="rId3"/>
    <p:sldLayoutId id="2147483989" r:id="rId4"/>
    <p:sldLayoutId id="2147483990" r:id="rId5"/>
    <p:sldLayoutId id="2147483991" r:id="rId6"/>
    <p:sldLayoutId id="2147483992" r:id="rId7"/>
    <p:sldLayoutId id="2147483993" r:id="rId8"/>
    <p:sldLayoutId id="2147483994" r:id="rId9"/>
    <p:sldLayoutId id="2147483995" r:id="rId10"/>
    <p:sldLayoutId id="2147483996" r:id="rId11"/>
    <p:sldLayoutId id="2147483997" r:id="rId12"/>
    <p:sldLayoutId id="2147484046" r:id="rId1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n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7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A close up of a sign&#10;&#10;Description automatically generated">
            <a:extLst>
              <a:ext uri="{FF2B5EF4-FFF2-40B4-BE49-F238E27FC236}">
                <a16:creationId xmlns:a16="http://schemas.microsoft.com/office/drawing/2014/main" id="{6E16D633-DACB-C846-BDA7-A364E505FA47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6595381-8FBB-074E-85C0-EC0EE065C9A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68CD59B-C6C2-C84A-A9B5-AB286FEC8FEA}" type="datetimeFigureOut">
              <a:rPr lang="x-none" smtClean="0"/>
              <a:t>10/21/2024</a:t>
            </a:fld>
            <a:endParaRPr lang="x-none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AD468D55-7135-BC4F-B4E1-521E101CC930}"/>
              </a:ext>
            </a:extLst>
          </p:cNvPr>
          <p:cNvSpPr/>
          <p:nvPr/>
        </p:nvSpPr>
        <p:spPr>
          <a:xfrm>
            <a:off x="3438283" y="6489700"/>
            <a:ext cx="8682597" cy="365125"/>
          </a:xfrm>
          <a:prstGeom prst="rect">
            <a:avLst/>
          </a:prstGeom>
          <a:solidFill>
            <a:srgbClr val="252D67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800" dirty="0"/>
              <a:t>Module Code | Module Name | Lecture Title | Lecturer</a:t>
            </a:r>
          </a:p>
        </p:txBody>
      </p:sp>
      <p:sp>
        <p:nvSpPr>
          <p:cNvPr id="7" name="Title Placeholder 1">
            <a:extLst>
              <a:ext uri="{FF2B5EF4-FFF2-40B4-BE49-F238E27FC236}">
                <a16:creationId xmlns:a16="http://schemas.microsoft.com/office/drawing/2014/main" id="{EEDC7D24-32C7-4B48-9F10-434887CD42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Text Placeholder 2">
            <a:extLst>
              <a:ext uri="{FF2B5EF4-FFF2-40B4-BE49-F238E27FC236}">
                <a16:creationId xmlns:a16="http://schemas.microsoft.com/office/drawing/2014/main" id="{A26083DB-7BD6-3E47-B765-25CEE4F6A76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5026435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99" r:id="rId1"/>
    <p:sldLayoutId id="2147484000" r:id="rId2"/>
    <p:sldLayoutId id="2147484001" r:id="rId3"/>
    <p:sldLayoutId id="2147484002" r:id="rId4"/>
    <p:sldLayoutId id="2147484003" r:id="rId5"/>
    <p:sldLayoutId id="2147484004" r:id="rId6"/>
    <p:sldLayoutId id="2147484005" r:id="rId7"/>
    <p:sldLayoutId id="2147484006" r:id="rId8"/>
    <p:sldLayoutId id="2147484007" r:id="rId9"/>
    <p:sldLayoutId id="2147484008" r:id="rId10"/>
    <p:sldLayoutId id="214748400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n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x-non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8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A close up of a sign&#10;&#10;Description automatically generated">
            <a:extLst>
              <a:ext uri="{FF2B5EF4-FFF2-40B4-BE49-F238E27FC236}">
                <a16:creationId xmlns:a16="http://schemas.microsoft.com/office/drawing/2014/main" id="{5DBD57C8-B4C6-3C42-B6F4-C955BD6C8AAC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E6AAD40-79E3-9A4C-A0B7-F3988464DAB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4F5BACE-BCC1-184F-A700-DFA15150D1CF}" type="datetimeFigureOut">
              <a:rPr lang="x-none" smtClean="0"/>
              <a:t>10/21/2024</a:t>
            </a:fld>
            <a:endParaRPr lang="x-non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2E49F6B-E24B-774B-9985-5552F8469DC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x-non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D308542-B565-C84C-A36F-281CEF297D6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6337ECD-691F-C34D-A1DE-BB16D10A8AA5}" type="slidenum">
              <a:rPr lang="x-none" smtClean="0"/>
              <a:t>‹#›</a:t>
            </a:fld>
            <a:endParaRPr lang="x-none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E286BD2B-3DFA-E24B-97EC-B151268D4BE7}"/>
              </a:ext>
            </a:extLst>
          </p:cNvPr>
          <p:cNvSpPr/>
          <p:nvPr/>
        </p:nvSpPr>
        <p:spPr>
          <a:xfrm>
            <a:off x="3438283" y="6489700"/>
            <a:ext cx="8682597" cy="365125"/>
          </a:xfrm>
          <a:prstGeom prst="rect">
            <a:avLst/>
          </a:prstGeom>
          <a:solidFill>
            <a:srgbClr val="252D67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800" dirty="0"/>
              <a:t>Module Code | Module Name | Lecture Title | Lecturer</a:t>
            </a:r>
          </a:p>
        </p:txBody>
      </p:sp>
      <p:sp>
        <p:nvSpPr>
          <p:cNvPr id="12" name="Title Placeholder 1">
            <a:extLst>
              <a:ext uri="{FF2B5EF4-FFF2-40B4-BE49-F238E27FC236}">
                <a16:creationId xmlns:a16="http://schemas.microsoft.com/office/drawing/2014/main" id="{1AFE1AAF-B956-2C44-8FEC-72B4E552A3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3" name="Text Placeholder 2">
            <a:extLst>
              <a:ext uri="{FF2B5EF4-FFF2-40B4-BE49-F238E27FC236}">
                <a16:creationId xmlns:a16="http://schemas.microsoft.com/office/drawing/2014/main" id="{2253E3D6-10BE-B648-833C-3BF1365C415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3870306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011" r:id="rId1"/>
    <p:sldLayoutId id="2147484012" r:id="rId2"/>
    <p:sldLayoutId id="2147484013" r:id="rId3"/>
    <p:sldLayoutId id="2147484014" r:id="rId4"/>
    <p:sldLayoutId id="2147484015" r:id="rId5"/>
    <p:sldLayoutId id="2147484016" r:id="rId6"/>
    <p:sldLayoutId id="2147484017" r:id="rId7"/>
    <p:sldLayoutId id="2147484018" r:id="rId8"/>
    <p:sldLayoutId id="2147484019" r:id="rId9"/>
    <p:sldLayoutId id="2147484020" r:id="rId10"/>
    <p:sldLayoutId id="214748402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n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x-non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9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A close up of a sign&#10;&#10;Description automatically generated">
            <a:extLst>
              <a:ext uri="{FF2B5EF4-FFF2-40B4-BE49-F238E27FC236}">
                <a16:creationId xmlns:a16="http://schemas.microsoft.com/office/drawing/2014/main" id="{086F86B0-CCE5-C247-8C3E-609758EDD34E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9F3B6E8-2F8C-BD44-8621-09962AFC7E8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20E6BC-1CF3-D548-872D-25FC8E072151}" type="datetimeFigureOut">
              <a:rPr lang="x-none" smtClean="0"/>
              <a:t>10/21/2024</a:t>
            </a:fld>
            <a:endParaRPr lang="x-non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9BA8008-CB95-3B4A-A2A6-E3FFA623246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x-non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5499DA9-A326-0744-B496-9563895951E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970EFAC-9DE5-EE49-9E0C-0108BFBCFC7D}" type="slidenum">
              <a:rPr lang="x-none" smtClean="0"/>
              <a:t>‹#›</a:t>
            </a:fld>
            <a:endParaRPr lang="x-none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B37D14D5-B266-324D-813B-7D2146A87BE8}"/>
              </a:ext>
            </a:extLst>
          </p:cNvPr>
          <p:cNvSpPr/>
          <p:nvPr/>
        </p:nvSpPr>
        <p:spPr>
          <a:xfrm>
            <a:off x="3438283" y="6489700"/>
            <a:ext cx="8753717" cy="365125"/>
          </a:xfrm>
          <a:prstGeom prst="rect">
            <a:avLst/>
          </a:prstGeom>
          <a:solidFill>
            <a:srgbClr val="252D67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800" dirty="0"/>
              <a:t>Module Code | Module Name | Lecture Title | Lecturer</a:t>
            </a:r>
          </a:p>
        </p:txBody>
      </p:sp>
      <p:sp>
        <p:nvSpPr>
          <p:cNvPr id="11" name="Title Placeholder 1">
            <a:extLst>
              <a:ext uri="{FF2B5EF4-FFF2-40B4-BE49-F238E27FC236}">
                <a16:creationId xmlns:a16="http://schemas.microsoft.com/office/drawing/2014/main" id="{6BB38998-2073-AE42-9998-1D746B331A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2">
            <a:extLst>
              <a:ext uri="{FF2B5EF4-FFF2-40B4-BE49-F238E27FC236}">
                <a16:creationId xmlns:a16="http://schemas.microsoft.com/office/drawing/2014/main" id="{7DE789EF-2F79-8949-A254-5D7CCF0BEBD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1328271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023" r:id="rId1"/>
    <p:sldLayoutId id="2147484024" r:id="rId2"/>
    <p:sldLayoutId id="2147484025" r:id="rId3"/>
    <p:sldLayoutId id="2147484026" r:id="rId4"/>
    <p:sldLayoutId id="2147484027" r:id="rId5"/>
    <p:sldLayoutId id="2147484028" r:id="rId6"/>
    <p:sldLayoutId id="2147484029" r:id="rId7"/>
    <p:sldLayoutId id="2147484030" r:id="rId8"/>
    <p:sldLayoutId id="2147484031" r:id="rId9"/>
    <p:sldLayoutId id="2147484032" r:id="rId10"/>
    <p:sldLayoutId id="2147484033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n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x-non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0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A close up of a sign&#10;&#10;Description automatically generated">
            <a:extLst>
              <a:ext uri="{FF2B5EF4-FFF2-40B4-BE49-F238E27FC236}">
                <a16:creationId xmlns:a16="http://schemas.microsoft.com/office/drawing/2014/main" id="{FDF5791D-2785-FF4E-BB9F-BA95F7A785C8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422662D-6CBD-3E40-8908-73A2E18005E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40F6062-965F-0D4F-9928-5BD13379ABC1}" type="datetimeFigureOut">
              <a:rPr lang="x-none" smtClean="0"/>
              <a:t>10/21/2024</a:t>
            </a:fld>
            <a:endParaRPr lang="x-non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39A0E31-479D-AC42-8143-0F5CF079B6A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x-non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00B0FD9-7401-9440-955C-2CC29D60A17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46662C7-B6AF-AC44-9DED-1AD9FB7CAF7F}" type="slidenum">
              <a:rPr lang="x-none" smtClean="0"/>
              <a:t>‹#›</a:t>
            </a:fld>
            <a:endParaRPr lang="x-none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63CBA682-B826-3E41-9370-D9CBAB4FDEDF}"/>
              </a:ext>
            </a:extLst>
          </p:cNvPr>
          <p:cNvSpPr/>
          <p:nvPr/>
        </p:nvSpPr>
        <p:spPr>
          <a:xfrm>
            <a:off x="3438283" y="6489700"/>
            <a:ext cx="8682597" cy="365125"/>
          </a:xfrm>
          <a:prstGeom prst="rect">
            <a:avLst/>
          </a:prstGeom>
          <a:solidFill>
            <a:srgbClr val="252D67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800" dirty="0"/>
              <a:t>Module Code | Module Name | Lecture Title | Lecturer</a:t>
            </a:r>
          </a:p>
        </p:txBody>
      </p:sp>
      <p:sp>
        <p:nvSpPr>
          <p:cNvPr id="11" name="Title Placeholder 1">
            <a:extLst>
              <a:ext uri="{FF2B5EF4-FFF2-40B4-BE49-F238E27FC236}">
                <a16:creationId xmlns:a16="http://schemas.microsoft.com/office/drawing/2014/main" id="{32C0FA02-C8CF-7F45-AE8B-B2EE204AAA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2">
            <a:extLst>
              <a:ext uri="{FF2B5EF4-FFF2-40B4-BE49-F238E27FC236}">
                <a16:creationId xmlns:a16="http://schemas.microsoft.com/office/drawing/2014/main" id="{D46E731A-CE3E-B047-95B9-5CD6C76C5F5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4540179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035" r:id="rId1"/>
    <p:sldLayoutId id="2147484036" r:id="rId2"/>
    <p:sldLayoutId id="2147484037" r:id="rId3"/>
    <p:sldLayoutId id="2147484038" r:id="rId4"/>
    <p:sldLayoutId id="2147484039" r:id="rId5"/>
    <p:sldLayoutId id="2147484040" r:id="rId6"/>
    <p:sldLayoutId id="2147484041" r:id="rId7"/>
    <p:sldLayoutId id="2147484042" r:id="rId8"/>
    <p:sldLayoutId id="2147484043" r:id="rId9"/>
    <p:sldLayoutId id="2147484044" r:id="rId10"/>
    <p:sldLayoutId id="2147484045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x-non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oleObject" Target="../embeddings/oleObject1.bin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customXml" Target="../ink/ink1.xml"/><Relationship Id="rId1" Type="http://schemas.openxmlformats.org/officeDocument/2006/relationships/slideLayout" Target="../slideLayouts/slideLayout1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5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eg"/><Relationship Id="rId1" Type="http://schemas.openxmlformats.org/officeDocument/2006/relationships/slideLayout" Target="../slideLayouts/slideLayout5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eg"/><Relationship Id="rId1" Type="http://schemas.openxmlformats.org/officeDocument/2006/relationships/slideLayout" Target="../slideLayouts/slideLayout5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5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eg"/><Relationship Id="rId1" Type="http://schemas.openxmlformats.org/officeDocument/2006/relationships/slideLayout" Target="../slideLayouts/slideLayout5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5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24.png"/><Relationship Id="rId4" Type="http://schemas.openxmlformats.org/officeDocument/2006/relationships/image" Target="../media/image23.png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customXml" Target="../ink/ink2.xml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41.png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5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5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5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5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0856698-A45C-4EA2-89E1-1C3A1A50559C}" type="slidenum">
              <a:rPr lang="en-US" smtClean="0"/>
              <a:pPr>
                <a:defRPr/>
              </a:pPr>
              <a:t>1</a:t>
            </a:fld>
            <a:endParaRPr lang="en-US"/>
          </a:p>
        </p:txBody>
      </p:sp>
      <p:sp>
        <p:nvSpPr>
          <p:cNvPr id="5" name="Text Placeholder 4"/>
          <p:cNvSpPr txBox="1">
            <a:spLocks/>
          </p:cNvSpPr>
          <p:nvPr/>
        </p:nvSpPr>
        <p:spPr>
          <a:xfrm>
            <a:off x="685800" y="1737716"/>
            <a:ext cx="11053482" cy="815352"/>
          </a:xfrm>
          <a:prstGeom prst="rect">
            <a:avLst/>
          </a:prstGeom>
        </p:spPr>
        <p:txBody>
          <a:bodyPr/>
          <a:lstStyle>
            <a:lvl1pPr marL="228600" indent="-228600" algn="l" rtl="0" eaLnBrk="0" fontAlgn="base" hangingPunct="0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4800" b="1" dirty="0">
                <a:latin typeface="Garamond" panose="02020404030301010803" pitchFamily="18" charset="0"/>
              </a:rPr>
              <a:t>IT2070 – Data Structures and Algorithms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4294967295"/>
          </p:nvPr>
        </p:nvSpPr>
        <p:spPr>
          <a:xfrm>
            <a:off x="2840837" y="2831350"/>
            <a:ext cx="7195151" cy="1991724"/>
          </a:xfrm>
          <a:prstGeom prst="rect">
            <a:avLst/>
          </a:prstGeom>
        </p:spPr>
        <p:txBody>
          <a:bodyPr/>
          <a:lstStyle/>
          <a:p>
            <a:pPr marL="0" indent="0" algn="ctr">
              <a:buNone/>
            </a:pPr>
            <a:r>
              <a:rPr lang="en-US" sz="3200" b="1" dirty="0">
                <a:latin typeface="Garamond" panose="02020404030301010803" pitchFamily="18" charset="0"/>
              </a:rPr>
              <a:t>Lecture 08</a:t>
            </a:r>
          </a:p>
          <a:p>
            <a:pPr marL="0" indent="0" algn="ctr">
              <a:buNone/>
            </a:pPr>
            <a:r>
              <a:rPr lang="en-US" sz="3200" b="1" dirty="0">
                <a:latin typeface="Garamond" panose="02020404030301010803" pitchFamily="18" charset="0"/>
              </a:rPr>
              <a:t>Heap Sort Algorithms</a:t>
            </a:r>
          </a:p>
          <a:p>
            <a:pPr algn="ctr"/>
            <a:endParaRPr lang="en-US" sz="3200" b="1" dirty="0">
              <a:latin typeface="Garamond" panose="02020404030301010803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7180228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2"/>
          <p:cNvSpPr>
            <a:spLocks noGrp="1" noChangeArrowheads="1"/>
          </p:cNvSpPr>
          <p:nvPr>
            <p:ph type="title"/>
          </p:nvPr>
        </p:nvSpPr>
        <p:spPr>
          <a:xfrm>
            <a:off x="1828800" y="381000"/>
            <a:ext cx="7793038" cy="1143000"/>
          </a:xfrm>
        </p:spPr>
        <p:txBody>
          <a:bodyPr/>
          <a:lstStyle/>
          <a:p>
            <a:pPr eaLnBrk="1" hangingPunct="1"/>
            <a:r>
              <a:rPr lang="en-US"/>
              <a:t>Contents for Today</a:t>
            </a:r>
          </a:p>
        </p:txBody>
      </p:sp>
      <p:sp>
        <p:nvSpPr>
          <p:cNvPr id="22531" name="Rectangle 3"/>
          <p:cNvSpPr>
            <a:spLocks noGrp="1" noChangeArrowheads="1"/>
          </p:cNvSpPr>
          <p:nvPr>
            <p:ph idx="1"/>
          </p:nvPr>
        </p:nvSpPr>
        <p:spPr>
          <a:xfrm>
            <a:off x="1828800" y="1828800"/>
            <a:ext cx="7772400" cy="4495800"/>
          </a:xfrm>
        </p:spPr>
        <p:txBody>
          <a:bodyPr/>
          <a:lstStyle/>
          <a:p>
            <a:pPr eaLnBrk="1" hangingPunct="1"/>
            <a:r>
              <a:rPr lang="en-US" sz="2400" b="1"/>
              <a:t>Tree</a:t>
            </a:r>
          </a:p>
          <a:p>
            <a:pPr eaLnBrk="1" hangingPunct="1"/>
            <a:r>
              <a:rPr lang="en-US" sz="2400" b="1"/>
              <a:t>Binary Tree</a:t>
            </a:r>
          </a:p>
          <a:p>
            <a:pPr eaLnBrk="1" hangingPunct="1"/>
            <a:r>
              <a:rPr lang="en-US" sz="2400" b="1"/>
              <a:t>Complete Binary Tree</a:t>
            </a:r>
          </a:p>
          <a:p>
            <a:pPr eaLnBrk="1" hangingPunct="1"/>
            <a:r>
              <a:rPr lang="en-US" sz="2400" b="1"/>
              <a:t>Heaps</a:t>
            </a:r>
          </a:p>
          <a:p>
            <a:pPr eaLnBrk="1" hangingPunct="1"/>
            <a:r>
              <a:rPr lang="en-US" sz="2400" b="1"/>
              <a:t>Heap Algorithms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sz="2400" b="1"/>
              <a:t>    - </a:t>
            </a:r>
            <a:r>
              <a:rPr lang="en-US" sz="2400"/>
              <a:t>Maintaining Heap Property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sz="2400"/>
              <a:t>    - Building Heaps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sz="2400"/>
              <a:t>    - HeapSort Algorithms</a:t>
            </a:r>
            <a:endParaRPr lang="en-US" sz="2400" b="1"/>
          </a:p>
        </p:txBody>
      </p:sp>
      <p:sp>
        <p:nvSpPr>
          <p:cNvPr id="22532" name="Slide Number Placeholder 5"/>
          <p:cNvSpPr>
            <a:spLocks noGrp="1"/>
          </p:cNvSpPr>
          <p:nvPr>
            <p:ph type="sldNum" sz="quarter" idx="12"/>
          </p:nvPr>
        </p:nvSpPr>
        <p:spPr bwMode="auto">
          <a:xfrm>
            <a:off x="8948738" y="6459539"/>
            <a:ext cx="984250" cy="3651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fld id="{D420D6D7-B354-4E6D-B9B1-1C49F47EC2CF}" type="slidenum">
              <a:rPr lang="en-US" sz="800">
                <a:latin typeface="Tahoma" panose="020B0604030504040204" pitchFamily="34" charset="0"/>
              </a:rPr>
              <a:pPr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t>2</a:t>
            </a:fld>
            <a:endParaRPr lang="en-US" sz="800">
              <a:latin typeface="Tahoma" panose="020B0604030504040204" pitchFamily="34" charset="0"/>
            </a:endParaRPr>
          </a:p>
        </p:txBody>
      </p:sp>
    </p:spTree>
  </p:cSld>
  <p:clrMapOvr>
    <a:masterClrMapping/>
  </p:clrMapOvr>
  <p:transition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2"/>
          <p:cNvSpPr>
            <a:spLocks noGrp="1" noChangeArrowheads="1"/>
          </p:cNvSpPr>
          <p:nvPr>
            <p:ph type="title"/>
          </p:nvPr>
        </p:nvSpPr>
        <p:spPr>
          <a:xfrm>
            <a:off x="1905000" y="381000"/>
            <a:ext cx="7772400" cy="990600"/>
          </a:xfrm>
        </p:spPr>
        <p:txBody>
          <a:bodyPr/>
          <a:lstStyle/>
          <a:p>
            <a:pPr eaLnBrk="1" hangingPunct="1"/>
            <a:r>
              <a:rPr lang="en-US" dirty="0"/>
              <a:t>Height of a Full Binary Tree</a:t>
            </a:r>
          </a:p>
        </p:txBody>
      </p:sp>
      <p:sp>
        <p:nvSpPr>
          <p:cNvPr id="12293" name="Rectangle 3"/>
          <p:cNvSpPr>
            <a:spLocks noGrp="1" noChangeArrowheads="1"/>
          </p:cNvSpPr>
          <p:nvPr>
            <p:ph idx="1"/>
          </p:nvPr>
        </p:nvSpPr>
        <p:spPr>
          <a:xfrm>
            <a:off x="1905000" y="1676400"/>
            <a:ext cx="8458200" cy="3810000"/>
          </a:xfrm>
        </p:spPr>
        <p:txBody>
          <a:bodyPr rtlCol="0">
            <a:normAutofit/>
          </a:bodyPr>
          <a:lstStyle/>
          <a:p>
            <a:pPr eaLnBrk="1" fontAlgn="auto" hangingPunct="1">
              <a:spcAft>
                <a:spcPts val="0"/>
              </a:spcAft>
              <a:defRPr/>
            </a:pPr>
            <a:endParaRPr lang="en-US" sz="2400" dirty="0">
              <a:latin typeface="Arial" panose="020B0604020202020204" pitchFamily="34" charset="0"/>
            </a:endParaRPr>
          </a:p>
          <a:p>
            <a:pPr eaLnBrk="1" fontAlgn="auto" hangingPunct="1">
              <a:spcAft>
                <a:spcPts val="0"/>
              </a:spcAft>
              <a:defRPr/>
            </a:pPr>
            <a:r>
              <a:rPr lang="en-US" sz="2400" dirty="0">
                <a:latin typeface="Arial" panose="020B0604020202020204" pitchFamily="34" charset="0"/>
              </a:rPr>
              <a:t>A Full binary tree of height </a:t>
            </a:r>
            <a:r>
              <a:rPr lang="en-US" sz="2400" b="1" i="1" dirty="0">
                <a:latin typeface="Arial" panose="020B0604020202020204" pitchFamily="34" charset="0"/>
              </a:rPr>
              <a:t>h</a:t>
            </a:r>
            <a:r>
              <a:rPr lang="en-US" sz="2400" dirty="0">
                <a:latin typeface="Arial" panose="020B0604020202020204" pitchFamily="34" charset="0"/>
              </a:rPr>
              <a:t> that contains exactly </a:t>
            </a:r>
            <a:r>
              <a:rPr lang="en-US" sz="2400" b="1" dirty="0">
                <a:latin typeface="Arial" panose="020B0604020202020204" pitchFamily="34" charset="0"/>
              </a:rPr>
              <a:t>2</a:t>
            </a:r>
            <a:r>
              <a:rPr lang="en-US" sz="2400" b="1" baseline="30000" dirty="0">
                <a:latin typeface="Arial" panose="020B0604020202020204" pitchFamily="34" charset="0"/>
              </a:rPr>
              <a:t>h+1</a:t>
            </a:r>
            <a:r>
              <a:rPr lang="en-US" sz="2400" b="1" dirty="0">
                <a:latin typeface="Arial" panose="020B0604020202020204" pitchFamily="34" charset="0"/>
              </a:rPr>
              <a:t>-1</a:t>
            </a:r>
            <a:r>
              <a:rPr lang="en-US" sz="2400" dirty="0">
                <a:latin typeface="Arial" panose="020B0604020202020204" pitchFamily="34" charset="0"/>
              </a:rPr>
              <a:t> nodes</a:t>
            </a:r>
          </a:p>
          <a:p>
            <a:pPr eaLnBrk="1" fontAlgn="auto" hangingPunct="1">
              <a:spcAft>
                <a:spcPts val="0"/>
              </a:spcAft>
              <a:defRPr/>
            </a:pPr>
            <a:endParaRPr lang="en-US" sz="2400" dirty="0">
              <a:latin typeface="Arial" panose="020B0604020202020204" pitchFamily="34" charset="0"/>
            </a:endParaRPr>
          </a:p>
          <a:p>
            <a:pPr eaLnBrk="1" fontAlgn="auto" hangingPunct="1">
              <a:spcAft>
                <a:spcPts val="0"/>
              </a:spcAft>
              <a:defRPr/>
            </a:pPr>
            <a:endParaRPr lang="en-US" dirty="0">
              <a:latin typeface="Times New Roman" panose="02020603050405020304" pitchFamily="18" charset="0"/>
            </a:endParaRPr>
          </a:p>
          <a:p>
            <a:pPr eaLnBrk="1" fontAlgn="auto" hangingPunct="1">
              <a:spcAft>
                <a:spcPts val="0"/>
              </a:spcAft>
              <a:defRPr/>
            </a:pPr>
            <a:endParaRPr lang="en-US" dirty="0">
              <a:latin typeface="Times New Roman" panose="02020603050405020304" pitchFamily="18" charset="0"/>
            </a:endParaRPr>
          </a:p>
          <a:p>
            <a:pPr eaLnBrk="1" fontAlgn="auto" hangingPunct="1">
              <a:spcAft>
                <a:spcPts val="0"/>
              </a:spcAft>
              <a:defRPr/>
            </a:pPr>
            <a:endParaRPr lang="en-US" dirty="0">
              <a:latin typeface="Times New Roman" panose="02020603050405020304" pitchFamily="18" charset="0"/>
            </a:endParaRPr>
          </a:p>
          <a:p>
            <a:pPr marL="0" indent="0" eaLnBrk="1" fontAlgn="auto" hangingPunct="1">
              <a:spcAft>
                <a:spcPts val="0"/>
              </a:spcAft>
              <a:buNone/>
              <a:defRPr/>
            </a:pPr>
            <a:r>
              <a:rPr lang="en-US" sz="2400" dirty="0">
                <a:latin typeface="Arial" panose="020B0604020202020204" pitchFamily="34" charset="0"/>
              </a:rPr>
              <a:t>Height, </a:t>
            </a:r>
            <a:r>
              <a:rPr lang="en-US" sz="2400" b="1" i="1" dirty="0">
                <a:latin typeface="Arial" panose="020B0604020202020204" pitchFamily="34" charset="0"/>
              </a:rPr>
              <a:t>h </a:t>
            </a:r>
            <a:r>
              <a:rPr lang="en-US" sz="2400" dirty="0">
                <a:latin typeface="Arial" panose="020B0604020202020204" pitchFamily="34" charset="0"/>
              </a:rPr>
              <a:t>= 2, </a:t>
            </a:r>
            <a:r>
              <a:rPr lang="en-US" sz="2400" dirty="0">
                <a:latin typeface="Arial" panose="020B0604020202020204" pitchFamily="34" charset="0"/>
                <a:sym typeface="Symbol" panose="05050102010706020507" pitchFamily="18" charset="2"/>
              </a:rPr>
              <a:t>   nodes = 2</a:t>
            </a:r>
            <a:r>
              <a:rPr lang="en-US" sz="2400" baseline="30000" dirty="0">
                <a:latin typeface="Arial" panose="020B0604020202020204" pitchFamily="34" charset="0"/>
                <a:sym typeface="Symbol" panose="05050102010706020507" pitchFamily="18" charset="2"/>
              </a:rPr>
              <a:t>2+1</a:t>
            </a:r>
            <a:r>
              <a:rPr lang="en-US" sz="2400" dirty="0">
                <a:latin typeface="Arial" panose="020B0604020202020204" pitchFamily="34" charset="0"/>
                <a:sym typeface="Symbol" panose="05050102010706020507" pitchFamily="18" charset="2"/>
              </a:rPr>
              <a:t>-1= 7</a:t>
            </a:r>
          </a:p>
        </p:txBody>
      </p:sp>
      <p:sp>
        <p:nvSpPr>
          <p:cNvPr id="26628" name="Slide Number Placeholder 5"/>
          <p:cNvSpPr>
            <a:spLocks noGrp="1"/>
          </p:cNvSpPr>
          <p:nvPr>
            <p:ph type="sldNum" sz="quarter" idx="12"/>
          </p:nvPr>
        </p:nvSpPr>
        <p:spPr bwMode="auto">
          <a:xfrm>
            <a:off x="8948738" y="6459539"/>
            <a:ext cx="984250" cy="3651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fld id="{2AA24EBF-5911-4FF9-BA00-BB584180F65B}" type="slidenum">
              <a:rPr lang="en-US" sz="800">
                <a:latin typeface="Tahoma" panose="020B0604030504040204" pitchFamily="34" charset="0"/>
              </a:rPr>
              <a:pPr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t>3</a:t>
            </a:fld>
            <a:endParaRPr lang="en-US" sz="800">
              <a:latin typeface="Tahoma" panose="020B0604030504040204" pitchFamily="34" charset="0"/>
            </a:endParaRPr>
          </a:p>
        </p:txBody>
      </p:sp>
      <p:grpSp>
        <p:nvGrpSpPr>
          <p:cNvPr id="26629" name="Group 4"/>
          <p:cNvGrpSpPr>
            <a:grpSpLocks/>
          </p:cNvGrpSpPr>
          <p:nvPr/>
        </p:nvGrpSpPr>
        <p:grpSpPr bwMode="auto">
          <a:xfrm>
            <a:off x="3962400" y="2400300"/>
            <a:ext cx="2787650" cy="2247900"/>
            <a:chOff x="192" y="706"/>
            <a:chExt cx="1756" cy="1416"/>
          </a:xfrm>
        </p:grpSpPr>
        <p:sp>
          <p:nvSpPr>
            <p:cNvPr id="26630" name="Rectangle 5"/>
            <p:cNvSpPr>
              <a:spLocks noChangeArrowheads="1"/>
            </p:cNvSpPr>
            <p:nvPr/>
          </p:nvSpPr>
          <p:spPr bwMode="auto">
            <a:xfrm>
              <a:off x="1589" y="706"/>
              <a:ext cx="166" cy="1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endParaRPr lang="en-US" sz="2400">
                <a:latin typeface="Tahoma" panose="020B0604030504040204" pitchFamily="34" charset="0"/>
              </a:endParaRPr>
            </a:p>
          </p:txBody>
        </p:sp>
        <p:sp>
          <p:nvSpPr>
            <p:cNvPr id="26631" name="Oval 6"/>
            <p:cNvSpPr>
              <a:spLocks noChangeArrowheads="1"/>
            </p:cNvSpPr>
            <p:nvPr/>
          </p:nvSpPr>
          <p:spPr bwMode="auto">
            <a:xfrm>
              <a:off x="963" y="1008"/>
              <a:ext cx="359" cy="273"/>
            </a:xfrm>
            <a:prstGeom prst="ellipse">
              <a:avLst/>
            </a:prstGeom>
            <a:solidFill>
              <a:schemeClr val="accent1"/>
            </a:solidFill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endParaRPr lang="en-US" sz="2400">
                <a:latin typeface="Tahoma" panose="020B0604030504040204" pitchFamily="34" charset="0"/>
              </a:endParaRPr>
            </a:p>
          </p:txBody>
        </p:sp>
        <p:sp>
          <p:nvSpPr>
            <p:cNvPr id="26632" name="Rectangle 7"/>
            <p:cNvSpPr>
              <a:spLocks noChangeArrowheads="1"/>
            </p:cNvSpPr>
            <p:nvPr/>
          </p:nvSpPr>
          <p:spPr bwMode="auto">
            <a:xfrm>
              <a:off x="1075" y="1079"/>
              <a:ext cx="166" cy="1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endParaRPr lang="en-US" sz="2400">
                <a:latin typeface="Tahoma" panose="020B0604030504040204" pitchFamily="34" charset="0"/>
              </a:endParaRPr>
            </a:p>
          </p:txBody>
        </p:sp>
        <p:sp>
          <p:nvSpPr>
            <p:cNvPr id="26633" name="Line 8"/>
            <p:cNvSpPr>
              <a:spLocks noChangeShapeType="1"/>
            </p:cNvSpPr>
            <p:nvPr/>
          </p:nvSpPr>
          <p:spPr bwMode="auto">
            <a:xfrm flipH="1">
              <a:off x="768" y="1210"/>
              <a:ext cx="224" cy="23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634" name="Line 9"/>
            <p:cNvSpPr>
              <a:spLocks noChangeShapeType="1"/>
            </p:cNvSpPr>
            <p:nvPr/>
          </p:nvSpPr>
          <p:spPr bwMode="auto">
            <a:xfrm>
              <a:off x="1248" y="1248"/>
              <a:ext cx="240" cy="192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grpSp>
          <p:nvGrpSpPr>
            <p:cNvPr id="26635" name="Group 10"/>
            <p:cNvGrpSpPr>
              <a:grpSpLocks/>
            </p:cNvGrpSpPr>
            <p:nvPr/>
          </p:nvGrpSpPr>
          <p:grpSpPr bwMode="auto">
            <a:xfrm>
              <a:off x="192" y="1440"/>
              <a:ext cx="844" cy="682"/>
              <a:chOff x="297" y="1341"/>
              <a:chExt cx="844" cy="682"/>
            </a:xfrm>
          </p:grpSpPr>
          <p:sp>
            <p:nvSpPr>
              <p:cNvPr id="26645" name="Oval 11"/>
              <p:cNvSpPr>
                <a:spLocks noChangeArrowheads="1"/>
              </p:cNvSpPr>
              <p:nvPr/>
            </p:nvSpPr>
            <p:spPr bwMode="auto">
              <a:xfrm>
                <a:off x="575" y="1341"/>
                <a:ext cx="335" cy="275"/>
              </a:xfrm>
              <a:prstGeom prst="ellipse">
                <a:avLst/>
              </a:prstGeom>
              <a:solidFill>
                <a:schemeClr val="accent1"/>
              </a:solidFill>
              <a:ln w="1270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>
                <a:lvl1pPr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1pPr>
                <a:lvl2pPr marL="742950" indent="-28575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2pPr>
                <a:lvl3pPr marL="11430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3pPr>
                <a:lvl4pPr marL="16002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4pPr>
                <a:lvl5pPr marL="20574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5pPr>
                <a:lvl6pPr marL="2514600" indent="-2286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6pPr>
                <a:lvl7pPr marL="2971800" indent="-2286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7pPr>
                <a:lvl8pPr marL="3429000" indent="-2286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8pPr>
                <a:lvl9pPr marL="3886200" indent="-2286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9pPr>
              </a:lstStyle>
              <a:p>
                <a:pPr eaLnBrk="1" hangingPunct="1">
                  <a:lnSpc>
                    <a:spcPct val="100000"/>
                  </a:lnSpc>
                  <a:spcBef>
                    <a:spcPct val="0"/>
                  </a:spcBef>
                  <a:buFontTx/>
                  <a:buNone/>
                </a:pPr>
                <a:endParaRPr lang="en-US" sz="2400">
                  <a:latin typeface="Tahoma" panose="020B0604030504040204" pitchFamily="34" charset="0"/>
                </a:endParaRPr>
              </a:p>
            </p:txBody>
          </p:sp>
          <p:sp>
            <p:nvSpPr>
              <p:cNvPr id="26646" name="Rectangle 12"/>
              <p:cNvSpPr>
                <a:spLocks noChangeArrowheads="1"/>
              </p:cNvSpPr>
              <p:nvPr/>
            </p:nvSpPr>
            <p:spPr bwMode="auto">
              <a:xfrm>
                <a:off x="685" y="1414"/>
                <a:ext cx="165" cy="16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1pPr>
                <a:lvl2pPr marL="742950" indent="-28575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2pPr>
                <a:lvl3pPr marL="11430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3pPr>
                <a:lvl4pPr marL="16002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4pPr>
                <a:lvl5pPr marL="20574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5pPr>
                <a:lvl6pPr marL="2514600" indent="-2286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6pPr>
                <a:lvl7pPr marL="2971800" indent="-2286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7pPr>
                <a:lvl8pPr marL="3429000" indent="-2286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8pPr>
                <a:lvl9pPr marL="3886200" indent="-2286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9pPr>
              </a:lstStyle>
              <a:p>
                <a:pPr eaLnBrk="1" hangingPunct="1">
                  <a:lnSpc>
                    <a:spcPct val="100000"/>
                  </a:lnSpc>
                  <a:spcBef>
                    <a:spcPct val="0"/>
                  </a:spcBef>
                  <a:buFontTx/>
                  <a:buNone/>
                </a:pPr>
                <a:endParaRPr lang="en-US" sz="2400">
                  <a:latin typeface="Tahoma" panose="020B0604030504040204" pitchFamily="34" charset="0"/>
                </a:endParaRPr>
              </a:p>
            </p:txBody>
          </p:sp>
          <p:sp>
            <p:nvSpPr>
              <p:cNvPr id="26647" name="Oval 13"/>
              <p:cNvSpPr>
                <a:spLocks noChangeArrowheads="1"/>
              </p:cNvSpPr>
              <p:nvPr/>
            </p:nvSpPr>
            <p:spPr bwMode="auto">
              <a:xfrm>
                <a:off x="837" y="1747"/>
                <a:ext cx="304" cy="276"/>
              </a:xfrm>
              <a:prstGeom prst="ellipse">
                <a:avLst/>
              </a:prstGeom>
              <a:solidFill>
                <a:schemeClr val="accent1"/>
              </a:solidFill>
              <a:ln w="1270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>
                <a:lvl1pPr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1pPr>
                <a:lvl2pPr marL="742950" indent="-28575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2pPr>
                <a:lvl3pPr marL="11430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3pPr>
                <a:lvl4pPr marL="16002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4pPr>
                <a:lvl5pPr marL="20574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5pPr>
                <a:lvl6pPr marL="2514600" indent="-2286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6pPr>
                <a:lvl7pPr marL="2971800" indent="-2286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7pPr>
                <a:lvl8pPr marL="3429000" indent="-2286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8pPr>
                <a:lvl9pPr marL="3886200" indent="-2286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9pPr>
              </a:lstStyle>
              <a:p>
                <a:pPr eaLnBrk="1" hangingPunct="1">
                  <a:lnSpc>
                    <a:spcPct val="100000"/>
                  </a:lnSpc>
                  <a:spcBef>
                    <a:spcPct val="0"/>
                  </a:spcBef>
                  <a:buFontTx/>
                  <a:buNone/>
                </a:pPr>
                <a:endParaRPr lang="en-US" sz="2400">
                  <a:latin typeface="Tahoma" panose="020B0604030504040204" pitchFamily="34" charset="0"/>
                </a:endParaRPr>
              </a:p>
            </p:txBody>
          </p:sp>
          <p:sp>
            <p:nvSpPr>
              <p:cNvPr id="26648" name="Rectangle 14"/>
              <p:cNvSpPr>
                <a:spLocks noChangeArrowheads="1"/>
              </p:cNvSpPr>
              <p:nvPr/>
            </p:nvSpPr>
            <p:spPr bwMode="auto">
              <a:xfrm>
                <a:off x="939" y="1834"/>
                <a:ext cx="152" cy="15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1pPr>
                <a:lvl2pPr marL="742950" indent="-28575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2pPr>
                <a:lvl3pPr marL="11430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3pPr>
                <a:lvl4pPr marL="16002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4pPr>
                <a:lvl5pPr marL="20574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5pPr>
                <a:lvl6pPr marL="2514600" indent="-2286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6pPr>
                <a:lvl7pPr marL="2971800" indent="-2286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7pPr>
                <a:lvl8pPr marL="3429000" indent="-2286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8pPr>
                <a:lvl9pPr marL="3886200" indent="-2286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9pPr>
              </a:lstStyle>
              <a:p>
                <a:pPr eaLnBrk="1" hangingPunct="1">
                  <a:lnSpc>
                    <a:spcPct val="100000"/>
                  </a:lnSpc>
                  <a:spcBef>
                    <a:spcPct val="0"/>
                  </a:spcBef>
                  <a:buFontTx/>
                  <a:buNone/>
                </a:pPr>
                <a:endParaRPr lang="en-US" sz="2400">
                  <a:latin typeface="Tahoma" panose="020B0604030504040204" pitchFamily="34" charset="0"/>
                </a:endParaRPr>
              </a:p>
            </p:txBody>
          </p:sp>
          <p:sp>
            <p:nvSpPr>
              <p:cNvPr id="26649" name="Oval 15"/>
              <p:cNvSpPr>
                <a:spLocks noChangeArrowheads="1"/>
              </p:cNvSpPr>
              <p:nvPr/>
            </p:nvSpPr>
            <p:spPr bwMode="auto">
              <a:xfrm>
                <a:off x="297" y="1742"/>
                <a:ext cx="306" cy="273"/>
              </a:xfrm>
              <a:prstGeom prst="ellipse">
                <a:avLst/>
              </a:prstGeom>
              <a:solidFill>
                <a:schemeClr val="accent1"/>
              </a:solidFill>
              <a:ln w="1270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>
                <a:lvl1pPr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1pPr>
                <a:lvl2pPr marL="742950" indent="-28575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2pPr>
                <a:lvl3pPr marL="11430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3pPr>
                <a:lvl4pPr marL="16002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4pPr>
                <a:lvl5pPr marL="20574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5pPr>
                <a:lvl6pPr marL="2514600" indent="-2286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6pPr>
                <a:lvl7pPr marL="2971800" indent="-2286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7pPr>
                <a:lvl8pPr marL="3429000" indent="-2286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8pPr>
                <a:lvl9pPr marL="3886200" indent="-2286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9pPr>
              </a:lstStyle>
              <a:p>
                <a:pPr eaLnBrk="1" hangingPunct="1">
                  <a:lnSpc>
                    <a:spcPct val="100000"/>
                  </a:lnSpc>
                  <a:spcBef>
                    <a:spcPct val="0"/>
                  </a:spcBef>
                  <a:buFontTx/>
                  <a:buNone/>
                </a:pPr>
                <a:endParaRPr lang="en-US" sz="2400">
                  <a:latin typeface="Tahoma" panose="020B0604030504040204" pitchFamily="34" charset="0"/>
                </a:endParaRPr>
              </a:p>
            </p:txBody>
          </p:sp>
          <p:sp>
            <p:nvSpPr>
              <p:cNvPr id="26650" name="Rectangle 16"/>
              <p:cNvSpPr>
                <a:spLocks noChangeArrowheads="1"/>
              </p:cNvSpPr>
              <p:nvPr/>
            </p:nvSpPr>
            <p:spPr bwMode="auto">
              <a:xfrm>
                <a:off x="402" y="1813"/>
                <a:ext cx="107" cy="16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1pPr>
                <a:lvl2pPr marL="742950" indent="-28575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2pPr>
                <a:lvl3pPr marL="11430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3pPr>
                <a:lvl4pPr marL="16002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4pPr>
                <a:lvl5pPr marL="20574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5pPr>
                <a:lvl6pPr marL="2514600" indent="-2286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6pPr>
                <a:lvl7pPr marL="2971800" indent="-2286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7pPr>
                <a:lvl8pPr marL="3429000" indent="-2286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8pPr>
                <a:lvl9pPr marL="3886200" indent="-2286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9pPr>
              </a:lstStyle>
              <a:p>
                <a:pPr eaLnBrk="1" hangingPunct="1">
                  <a:lnSpc>
                    <a:spcPct val="100000"/>
                  </a:lnSpc>
                  <a:spcBef>
                    <a:spcPct val="0"/>
                  </a:spcBef>
                  <a:buFontTx/>
                  <a:buNone/>
                </a:pPr>
                <a:endParaRPr lang="en-US" sz="2400">
                  <a:latin typeface="Tahoma" panose="020B0604030504040204" pitchFamily="34" charset="0"/>
                </a:endParaRPr>
              </a:p>
            </p:txBody>
          </p:sp>
          <p:sp>
            <p:nvSpPr>
              <p:cNvPr id="26651" name="Line 17"/>
              <p:cNvSpPr>
                <a:spLocks noChangeShapeType="1"/>
              </p:cNvSpPr>
              <p:nvPr/>
            </p:nvSpPr>
            <p:spPr bwMode="auto">
              <a:xfrm flipH="1">
                <a:off x="454" y="1561"/>
                <a:ext cx="142" cy="176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6652" name="Line 18"/>
              <p:cNvSpPr>
                <a:spLocks noChangeShapeType="1"/>
              </p:cNvSpPr>
              <p:nvPr/>
            </p:nvSpPr>
            <p:spPr bwMode="auto">
              <a:xfrm>
                <a:off x="821" y="1577"/>
                <a:ext cx="100" cy="178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26636" name="Group 19"/>
            <p:cNvGrpSpPr>
              <a:grpSpLocks/>
            </p:cNvGrpSpPr>
            <p:nvPr/>
          </p:nvGrpSpPr>
          <p:grpSpPr bwMode="auto">
            <a:xfrm>
              <a:off x="1104" y="1440"/>
              <a:ext cx="844" cy="682"/>
              <a:chOff x="297" y="1341"/>
              <a:chExt cx="844" cy="682"/>
            </a:xfrm>
          </p:grpSpPr>
          <p:sp>
            <p:nvSpPr>
              <p:cNvPr id="26637" name="Oval 20"/>
              <p:cNvSpPr>
                <a:spLocks noChangeArrowheads="1"/>
              </p:cNvSpPr>
              <p:nvPr/>
            </p:nvSpPr>
            <p:spPr bwMode="auto">
              <a:xfrm>
                <a:off x="575" y="1341"/>
                <a:ext cx="335" cy="275"/>
              </a:xfrm>
              <a:prstGeom prst="ellipse">
                <a:avLst/>
              </a:prstGeom>
              <a:solidFill>
                <a:schemeClr val="accent1"/>
              </a:solidFill>
              <a:ln w="1270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>
                <a:lvl1pPr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1pPr>
                <a:lvl2pPr marL="742950" indent="-28575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2pPr>
                <a:lvl3pPr marL="11430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3pPr>
                <a:lvl4pPr marL="16002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4pPr>
                <a:lvl5pPr marL="20574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5pPr>
                <a:lvl6pPr marL="2514600" indent="-2286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6pPr>
                <a:lvl7pPr marL="2971800" indent="-2286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7pPr>
                <a:lvl8pPr marL="3429000" indent="-2286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8pPr>
                <a:lvl9pPr marL="3886200" indent="-2286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9pPr>
              </a:lstStyle>
              <a:p>
                <a:pPr eaLnBrk="1" hangingPunct="1">
                  <a:lnSpc>
                    <a:spcPct val="100000"/>
                  </a:lnSpc>
                  <a:spcBef>
                    <a:spcPct val="0"/>
                  </a:spcBef>
                  <a:buFontTx/>
                  <a:buNone/>
                </a:pPr>
                <a:endParaRPr lang="en-US" sz="2400">
                  <a:latin typeface="Tahoma" panose="020B0604030504040204" pitchFamily="34" charset="0"/>
                </a:endParaRPr>
              </a:p>
            </p:txBody>
          </p:sp>
          <p:sp>
            <p:nvSpPr>
              <p:cNvPr id="26638" name="Rectangle 21"/>
              <p:cNvSpPr>
                <a:spLocks noChangeArrowheads="1"/>
              </p:cNvSpPr>
              <p:nvPr/>
            </p:nvSpPr>
            <p:spPr bwMode="auto">
              <a:xfrm>
                <a:off x="685" y="1414"/>
                <a:ext cx="165" cy="16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1pPr>
                <a:lvl2pPr marL="742950" indent="-28575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2pPr>
                <a:lvl3pPr marL="11430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3pPr>
                <a:lvl4pPr marL="16002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4pPr>
                <a:lvl5pPr marL="20574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5pPr>
                <a:lvl6pPr marL="2514600" indent="-2286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6pPr>
                <a:lvl7pPr marL="2971800" indent="-2286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7pPr>
                <a:lvl8pPr marL="3429000" indent="-2286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8pPr>
                <a:lvl9pPr marL="3886200" indent="-2286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9pPr>
              </a:lstStyle>
              <a:p>
                <a:pPr eaLnBrk="1" hangingPunct="1">
                  <a:lnSpc>
                    <a:spcPct val="100000"/>
                  </a:lnSpc>
                  <a:spcBef>
                    <a:spcPct val="0"/>
                  </a:spcBef>
                  <a:buFontTx/>
                  <a:buNone/>
                </a:pPr>
                <a:endParaRPr lang="en-US" sz="2400">
                  <a:latin typeface="Tahoma" panose="020B0604030504040204" pitchFamily="34" charset="0"/>
                </a:endParaRPr>
              </a:p>
            </p:txBody>
          </p:sp>
          <p:sp>
            <p:nvSpPr>
              <p:cNvPr id="26639" name="Oval 22"/>
              <p:cNvSpPr>
                <a:spLocks noChangeArrowheads="1"/>
              </p:cNvSpPr>
              <p:nvPr/>
            </p:nvSpPr>
            <p:spPr bwMode="auto">
              <a:xfrm>
                <a:off x="837" y="1747"/>
                <a:ext cx="304" cy="276"/>
              </a:xfrm>
              <a:prstGeom prst="ellipse">
                <a:avLst/>
              </a:prstGeom>
              <a:solidFill>
                <a:schemeClr val="accent1"/>
              </a:solidFill>
              <a:ln w="1270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>
                <a:lvl1pPr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1pPr>
                <a:lvl2pPr marL="742950" indent="-28575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2pPr>
                <a:lvl3pPr marL="11430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3pPr>
                <a:lvl4pPr marL="16002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4pPr>
                <a:lvl5pPr marL="20574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5pPr>
                <a:lvl6pPr marL="2514600" indent="-2286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6pPr>
                <a:lvl7pPr marL="2971800" indent="-2286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7pPr>
                <a:lvl8pPr marL="3429000" indent="-2286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8pPr>
                <a:lvl9pPr marL="3886200" indent="-2286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9pPr>
              </a:lstStyle>
              <a:p>
                <a:pPr eaLnBrk="1" hangingPunct="1">
                  <a:lnSpc>
                    <a:spcPct val="100000"/>
                  </a:lnSpc>
                  <a:spcBef>
                    <a:spcPct val="0"/>
                  </a:spcBef>
                  <a:buFontTx/>
                  <a:buNone/>
                </a:pPr>
                <a:endParaRPr lang="en-US" sz="2400">
                  <a:latin typeface="Tahoma" panose="020B0604030504040204" pitchFamily="34" charset="0"/>
                </a:endParaRPr>
              </a:p>
            </p:txBody>
          </p:sp>
          <p:sp>
            <p:nvSpPr>
              <p:cNvPr id="26640" name="Rectangle 23"/>
              <p:cNvSpPr>
                <a:spLocks noChangeArrowheads="1"/>
              </p:cNvSpPr>
              <p:nvPr/>
            </p:nvSpPr>
            <p:spPr bwMode="auto">
              <a:xfrm>
                <a:off x="939" y="1834"/>
                <a:ext cx="152" cy="15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1pPr>
                <a:lvl2pPr marL="742950" indent="-28575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2pPr>
                <a:lvl3pPr marL="11430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3pPr>
                <a:lvl4pPr marL="16002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4pPr>
                <a:lvl5pPr marL="20574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5pPr>
                <a:lvl6pPr marL="2514600" indent="-2286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6pPr>
                <a:lvl7pPr marL="2971800" indent="-2286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7pPr>
                <a:lvl8pPr marL="3429000" indent="-2286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8pPr>
                <a:lvl9pPr marL="3886200" indent="-2286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9pPr>
              </a:lstStyle>
              <a:p>
                <a:pPr eaLnBrk="1" hangingPunct="1">
                  <a:lnSpc>
                    <a:spcPct val="100000"/>
                  </a:lnSpc>
                  <a:spcBef>
                    <a:spcPct val="0"/>
                  </a:spcBef>
                  <a:buFontTx/>
                  <a:buNone/>
                </a:pPr>
                <a:endParaRPr lang="en-US" sz="2400">
                  <a:latin typeface="Tahoma" panose="020B0604030504040204" pitchFamily="34" charset="0"/>
                </a:endParaRPr>
              </a:p>
            </p:txBody>
          </p:sp>
          <p:sp>
            <p:nvSpPr>
              <p:cNvPr id="26641" name="Oval 24"/>
              <p:cNvSpPr>
                <a:spLocks noChangeArrowheads="1"/>
              </p:cNvSpPr>
              <p:nvPr/>
            </p:nvSpPr>
            <p:spPr bwMode="auto">
              <a:xfrm>
                <a:off x="297" y="1742"/>
                <a:ext cx="306" cy="273"/>
              </a:xfrm>
              <a:prstGeom prst="ellipse">
                <a:avLst/>
              </a:prstGeom>
              <a:solidFill>
                <a:schemeClr val="accent1"/>
              </a:solidFill>
              <a:ln w="1270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>
                <a:lvl1pPr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1pPr>
                <a:lvl2pPr marL="742950" indent="-28575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2pPr>
                <a:lvl3pPr marL="11430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3pPr>
                <a:lvl4pPr marL="16002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4pPr>
                <a:lvl5pPr marL="20574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5pPr>
                <a:lvl6pPr marL="2514600" indent="-2286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6pPr>
                <a:lvl7pPr marL="2971800" indent="-2286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7pPr>
                <a:lvl8pPr marL="3429000" indent="-2286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8pPr>
                <a:lvl9pPr marL="3886200" indent="-2286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9pPr>
              </a:lstStyle>
              <a:p>
                <a:pPr eaLnBrk="1" hangingPunct="1">
                  <a:lnSpc>
                    <a:spcPct val="100000"/>
                  </a:lnSpc>
                  <a:spcBef>
                    <a:spcPct val="0"/>
                  </a:spcBef>
                  <a:buFontTx/>
                  <a:buNone/>
                </a:pPr>
                <a:endParaRPr lang="en-US" sz="2400">
                  <a:latin typeface="Tahoma" panose="020B0604030504040204" pitchFamily="34" charset="0"/>
                </a:endParaRPr>
              </a:p>
            </p:txBody>
          </p:sp>
          <p:sp>
            <p:nvSpPr>
              <p:cNvPr id="26642" name="Rectangle 25"/>
              <p:cNvSpPr>
                <a:spLocks noChangeArrowheads="1"/>
              </p:cNvSpPr>
              <p:nvPr/>
            </p:nvSpPr>
            <p:spPr bwMode="auto">
              <a:xfrm>
                <a:off x="402" y="1813"/>
                <a:ext cx="107" cy="16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1pPr>
                <a:lvl2pPr marL="742950" indent="-28575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2pPr>
                <a:lvl3pPr marL="11430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3pPr>
                <a:lvl4pPr marL="16002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4pPr>
                <a:lvl5pPr marL="20574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5pPr>
                <a:lvl6pPr marL="2514600" indent="-2286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6pPr>
                <a:lvl7pPr marL="2971800" indent="-2286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7pPr>
                <a:lvl8pPr marL="3429000" indent="-2286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8pPr>
                <a:lvl9pPr marL="3886200" indent="-2286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9pPr>
              </a:lstStyle>
              <a:p>
                <a:pPr eaLnBrk="1" hangingPunct="1">
                  <a:lnSpc>
                    <a:spcPct val="100000"/>
                  </a:lnSpc>
                  <a:spcBef>
                    <a:spcPct val="0"/>
                  </a:spcBef>
                  <a:buFontTx/>
                  <a:buNone/>
                </a:pPr>
                <a:endParaRPr lang="en-US" sz="2400">
                  <a:latin typeface="Tahoma" panose="020B0604030504040204" pitchFamily="34" charset="0"/>
                </a:endParaRPr>
              </a:p>
            </p:txBody>
          </p:sp>
          <p:sp>
            <p:nvSpPr>
              <p:cNvPr id="26643" name="Line 26"/>
              <p:cNvSpPr>
                <a:spLocks noChangeShapeType="1"/>
              </p:cNvSpPr>
              <p:nvPr/>
            </p:nvSpPr>
            <p:spPr bwMode="auto">
              <a:xfrm flipH="1">
                <a:off x="454" y="1561"/>
                <a:ext cx="142" cy="176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6644" name="Line 27"/>
              <p:cNvSpPr>
                <a:spLocks noChangeShapeType="1"/>
              </p:cNvSpPr>
              <p:nvPr/>
            </p:nvSpPr>
            <p:spPr bwMode="auto">
              <a:xfrm>
                <a:off x="821" y="1577"/>
                <a:ext cx="100" cy="178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</p:grpSp>
    </p:spTree>
  </p:cSld>
  <p:clrMapOvr>
    <a:masterClrMapping/>
  </p:clrMapOvr>
  <p:transition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Rectangle 2"/>
          <p:cNvSpPr>
            <a:spLocks noGrp="1" noChangeArrowheads="1"/>
          </p:cNvSpPr>
          <p:nvPr>
            <p:ph type="title"/>
          </p:nvPr>
        </p:nvSpPr>
        <p:spPr>
          <a:xfrm>
            <a:off x="1752600" y="685800"/>
            <a:ext cx="7772400" cy="914400"/>
          </a:xfrm>
        </p:spPr>
        <p:txBody>
          <a:bodyPr/>
          <a:lstStyle/>
          <a:p>
            <a:pPr eaLnBrk="1" hangingPunct="1"/>
            <a:r>
              <a:rPr lang="en-US" sz="4000" dirty="0"/>
              <a:t>Height of a complete binary tree</a:t>
            </a:r>
          </a:p>
        </p:txBody>
      </p:sp>
      <p:sp>
        <p:nvSpPr>
          <p:cNvPr id="14339" name="Rectangle 3"/>
          <p:cNvSpPr>
            <a:spLocks noGrp="1" noChangeArrowheads="1"/>
          </p:cNvSpPr>
          <p:nvPr>
            <p:ph idx="1"/>
          </p:nvPr>
        </p:nvSpPr>
        <p:spPr>
          <a:xfrm>
            <a:off x="2438400" y="5105400"/>
            <a:ext cx="8229600" cy="1752600"/>
          </a:xfrm>
          <a:extLst>
            <a:ext uri="{91240B29-F687-4F45-9708-019B960494DF}">
              <a14:hiddenLine xmlns:a14="http://schemas.microsoft.com/office/drawing/2010/main" w="25400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>
              <a:lnSpc>
                <a:spcPct val="80000"/>
              </a:lnSpc>
            </a:pPr>
            <a:r>
              <a:rPr lang="en-US" sz="2400" dirty="0">
                <a:latin typeface="Arial" panose="020B0604020202020204" pitchFamily="34" charset="0"/>
              </a:rPr>
              <a:t>Above is a Complete Binary Tree with height = 3</a:t>
            </a:r>
          </a:p>
          <a:p>
            <a:pPr eaLnBrk="1" hangingPunct="1">
              <a:lnSpc>
                <a:spcPct val="80000"/>
              </a:lnSpc>
            </a:pPr>
            <a:r>
              <a:rPr lang="en-US" sz="2400" dirty="0">
                <a:latin typeface="Arial" panose="020B0604020202020204" pitchFamily="34" charset="0"/>
              </a:rPr>
              <a:t>No of nodes: </a:t>
            </a:r>
            <a:r>
              <a:rPr lang="en-US" sz="2400" i="1" dirty="0">
                <a:latin typeface="Arial" panose="020B0604020202020204" pitchFamily="34" charset="0"/>
              </a:rPr>
              <a:t>n</a:t>
            </a:r>
            <a:r>
              <a:rPr lang="en-US" sz="2400" dirty="0">
                <a:latin typeface="Arial" panose="020B0604020202020204" pitchFamily="34" charset="0"/>
              </a:rPr>
              <a:t> = 10</a:t>
            </a:r>
          </a:p>
          <a:p>
            <a:pPr eaLnBrk="1" hangingPunct="1">
              <a:lnSpc>
                <a:spcPct val="80000"/>
              </a:lnSpc>
            </a:pPr>
            <a:r>
              <a:rPr lang="en-US" sz="2400" dirty="0">
                <a:latin typeface="Arial" panose="020B0604020202020204" pitchFamily="34" charset="0"/>
              </a:rPr>
              <a:t>Height = </a:t>
            </a:r>
            <a:r>
              <a:rPr lang="en-US" sz="2400" b="1" dirty="0">
                <a:latin typeface="Arial" panose="020B0604020202020204" pitchFamily="34" charset="0"/>
                <a:sym typeface="Symbol" panose="05050102010706020507" pitchFamily="18" charset="2"/>
              </a:rPr>
              <a:t>log</a:t>
            </a:r>
            <a:r>
              <a:rPr lang="en-US" sz="2400" b="1" baseline="-25000" dirty="0">
                <a:latin typeface="Arial" panose="020B0604020202020204" pitchFamily="34" charset="0"/>
                <a:sym typeface="Symbol" panose="05050102010706020507" pitchFamily="18" charset="2"/>
              </a:rPr>
              <a:t>2</a:t>
            </a:r>
            <a:r>
              <a:rPr lang="en-US" sz="2400" b="1" dirty="0">
                <a:latin typeface="Arial" panose="020B0604020202020204" pitchFamily="34" charset="0"/>
                <a:sym typeface="Symbol" panose="05050102010706020507" pitchFamily="18" charset="2"/>
              </a:rPr>
              <a:t>(</a:t>
            </a:r>
            <a:r>
              <a:rPr lang="en-US" sz="2400" b="1" i="1" dirty="0">
                <a:latin typeface="Arial" panose="020B0604020202020204" pitchFamily="34" charset="0"/>
                <a:sym typeface="Symbol" panose="05050102010706020507" pitchFamily="18" charset="2"/>
              </a:rPr>
              <a:t>n</a:t>
            </a:r>
            <a:r>
              <a:rPr lang="en-US" sz="2400" b="1" dirty="0">
                <a:latin typeface="Arial" panose="020B0604020202020204" pitchFamily="34" charset="0"/>
                <a:sym typeface="Symbol" panose="05050102010706020507" pitchFamily="18" charset="2"/>
              </a:rPr>
              <a:t>)</a:t>
            </a:r>
            <a:r>
              <a:rPr lang="en-US" sz="2400" dirty="0">
                <a:latin typeface="Arial" panose="020B0604020202020204" pitchFamily="34" charset="0"/>
              </a:rPr>
              <a:t> = </a:t>
            </a:r>
            <a:r>
              <a:rPr lang="en-US" sz="2400" b="1" dirty="0">
                <a:latin typeface="Arial" panose="020B0604020202020204" pitchFamily="34" charset="0"/>
                <a:sym typeface="Symbol" panose="05050102010706020507" pitchFamily="18" charset="2"/>
              </a:rPr>
              <a:t>log</a:t>
            </a:r>
            <a:r>
              <a:rPr lang="en-US" sz="2400" b="1" baseline="-25000" dirty="0">
                <a:latin typeface="Arial" panose="020B0604020202020204" pitchFamily="34" charset="0"/>
                <a:sym typeface="Symbol" panose="05050102010706020507" pitchFamily="18" charset="2"/>
              </a:rPr>
              <a:t>2</a:t>
            </a:r>
            <a:r>
              <a:rPr lang="en-US" sz="2400" b="1" dirty="0">
                <a:latin typeface="Arial" panose="020B0604020202020204" pitchFamily="34" charset="0"/>
                <a:sym typeface="Symbol" panose="05050102010706020507" pitchFamily="18" charset="2"/>
              </a:rPr>
              <a:t>(10) =</a:t>
            </a:r>
            <a:r>
              <a:rPr lang="en-US" sz="2400" dirty="0">
                <a:latin typeface="Arial" panose="020B0604020202020204" pitchFamily="34" charset="0"/>
              </a:rPr>
              <a:t> 3</a:t>
            </a:r>
          </a:p>
        </p:txBody>
      </p:sp>
      <p:sp>
        <p:nvSpPr>
          <p:cNvPr id="29700" name="Slide Number Placeholder 5"/>
          <p:cNvSpPr>
            <a:spLocks noGrp="1"/>
          </p:cNvSpPr>
          <p:nvPr>
            <p:ph type="sldNum" sz="quarter" idx="12"/>
          </p:nvPr>
        </p:nvSpPr>
        <p:spPr bwMode="auto">
          <a:xfrm>
            <a:off x="8948738" y="6459539"/>
            <a:ext cx="984250" cy="3651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fld id="{552545FF-578E-494E-921F-5CF6E949B72F}" type="slidenum">
              <a:rPr lang="en-US" sz="800">
                <a:latin typeface="Tahoma" panose="020B0604030504040204" pitchFamily="34" charset="0"/>
              </a:rPr>
              <a:pPr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t>4</a:t>
            </a:fld>
            <a:endParaRPr lang="en-US" sz="800">
              <a:latin typeface="Tahoma" panose="020B0604030504040204" pitchFamily="34" charset="0"/>
            </a:endParaRPr>
          </a:p>
        </p:txBody>
      </p:sp>
      <p:sp>
        <p:nvSpPr>
          <p:cNvPr id="15366" name="Text Box 86"/>
          <p:cNvSpPr txBox="1">
            <a:spLocks noChangeArrowheads="1"/>
          </p:cNvSpPr>
          <p:nvPr/>
        </p:nvSpPr>
        <p:spPr bwMode="auto">
          <a:xfrm>
            <a:off x="1752600" y="1981200"/>
            <a:ext cx="8915400" cy="13477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spcBef>
                <a:spcPct val="20000"/>
              </a:spcBef>
              <a:buClr>
                <a:schemeClr val="accent1"/>
              </a:buClr>
              <a:buSzPct val="80000"/>
              <a:defRPr/>
            </a:pPr>
            <a:r>
              <a:rPr lang="en-US" dirty="0">
                <a:latin typeface="+mn-lt"/>
              </a:rPr>
              <a:t>Height of a complete binary tree that contains </a:t>
            </a:r>
            <a:r>
              <a:rPr lang="en-US" b="1" i="1" dirty="0">
                <a:latin typeface="+mn-lt"/>
              </a:rPr>
              <a:t>n</a:t>
            </a:r>
            <a:r>
              <a:rPr lang="en-US" dirty="0">
                <a:latin typeface="+mn-lt"/>
              </a:rPr>
              <a:t> elements is </a:t>
            </a:r>
            <a:r>
              <a:rPr lang="en-US" b="1" dirty="0">
                <a:latin typeface="+mn-lt"/>
                <a:sym typeface="Symbol" panose="05050102010706020507" pitchFamily="18" charset="2"/>
              </a:rPr>
              <a:t>log</a:t>
            </a:r>
            <a:r>
              <a:rPr lang="en-US" b="1" baseline="-25000" dirty="0">
                <a:latin typeface="+mn-lt"/>
                <a:sym typeface="Symbol" panose="05050102010706020507" pitchFamily="18" charset="2"/>
              </a:rPr>
              <a:t>2</a:t>
            </a:r>
            <a:r>
              <a:rPr lang="en-US" b="1" dirty="0">
                <a:latin typeface="+mn-lt"/>
                <a:sym typeface="Symbol" panose="05050102010706020507" pitchFamily="18" charset="2"/>
              </a:rPr>
              <a:t>(</a:t>
            </a:r>
            <a:r>
              <a:rPr lang="en-US" b="1" i="1" dirty="0">
                <a:latin typeface="+mn-lt"/>
                <a:sym typeface="Symbol" panose="05050102010706020507" pitchFamily="18" charset="2"/>
              </a:rPr>
              <a:t>n</a:t>
            </a:r>
            <a:r>
              <a:rPr lang="en-US" b="1" dirty="0">
                <a:latin typeface="+mn-lt"/>
                <a:sym typeface="Symbol" panose="05050102010706020507" pitchFamily="18" charset="2"/>
              </a:rPr>
              <a:t>)</a:t>
            </a:r>
            <a:r>
              <a:rPr lang="en-US" dirty="0">
                <a:latin typeface="+mn-lt"/>
              </a:rPr>
              <a:t> </a:t>
            </a:r>
          </a:p>
          <a:p>
            <a:pPr eaLnBrk="1" hangingPunct="1">
              <a:spcBef>
                <a:spcPct val="20000"/>
              </a:spcBef>
              <a:buClr>
                <a:schemeClr val="accent1"/>
              </a:buClr>
              <a:buSzPct val="80000"/>
              <a:defRPr/>
            </a:pPr>
            <a:endParaRPr lang="en-US" dirty="0">
              <a:latin typeface="Arial" panose="020B0604020202020204" pitchFamily="34" charset="0"/>
            </a:endParaRPr>
          </a:p>
          <a:p>
            <a:pPr eaLnBrk="1" hangingPunct="1">
              <a:spcBef>
                <a:spcPct val="20000"/>
              </a:spcBef>
              <a:buClr>
                <a:schemeClr val="accent1"/>
              </a:buClr>
              <a:buSzPct val="80000"/>
              <a:defRPr/>
            </a:pPr>
            <a:r>
              <a:rPr lang="en-US" dirty="0">
                <a:latin typeface="+mn-lt"/>
              </a:rPr>
              <a:t>Example</a:t>
            </a:r>
          </a:p>
        </p:txBody>
      </p:sp>
      <p:graphicFrame>
        <p:nvGraphicFramePr>
          <p:cNvPr id="14425" name="Object 89"/>
          <p:cNvGraphicFramePr>
            <a:graphicFrameLocks noChangeAspect="1"/>
          </p:cNvGraphicFramePr>
          <p:nvPr/>
        </p:nvGraphicFramePr>
        <p:xfrm>
          <a:off x="3962401" y="3381376"/>
          <a:ext cx="2409825" cy="15716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Bitmap Image" r:id="rId2" imgW="2409524" imgH="1571844" progId="Paint.Picture">
                  <p:embed/>
                </p:oleObj>
              </mc:Choice>
              <mc:Fallback>
                <p:oleObj name="Bitmap Image" r:id="rId2" imgW="2409524" imgH="1571844" progId="Paint.Picture">
                  <p:embed/>
                  <p:pic>
                    <p:nvPicPr>
                      <p:cNvPr id="14425" name="Object 8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62401" y="3381376"/>
                        <a:ext cx="2409825" cy="15716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44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44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43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43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433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433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433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433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339" grpId="0" build="p" autoUpdateAnimBg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Rectangle 2"/>
          <p:cNvSpPr>
            <a:spLocks noGrp="1" noChangeArrowheads="1"/>
          </p:cNvSpPr>
          <p:nvPr>
            <p:ph type="title"/>
          </p:nvPr>
        </p:nvSpPr>
        <p:spPr>
          <a:xfrm>
            <a:off x="1981200" y="609600"/>
            <a:ext cx="7793038" cy="838200"/>
          </a:xfrm>
        </p:spPr>
        <p:txBody>
          <a:bodyPr/>
          <a:lstStyle/>
          <a:p>
            <a:pPr eaLnBrk="1" hangingPunct="1"/>
            <a:r>
              <a:rPr lang="en-US"/>
              <a:t>Heaps</a:t>
            </a:r>
          </a:p>
        </p:txBody>
      </p:sp>
      <p:sp>
        <p:nvSpPr>
          <p:cNvPr id="16389" name="Rectangle 3"/>
          <p:cNvSpPr>
            <a:spLocks noGrp="1" noChangeArrowheads="1"/>
          </p:cNvSpPr>
          <p:nvPr>
            <p:ph idx="1"/>
          </p:nvPr>
        </p:nvSpPr>
        <p:spPr>
          <a:xfrm>
            <a:off x="2057400" y="1676400"/>
            <a:ext cx="8382000" cy="4648200"/>
          </a:xfrm>
        </p:spPr>
        <p:txBody>
          <a:bodyPr rtlCol="0">
            <a:normAutofit fontScale="85000" lnSpcReduction="10000"/>
          </a:bodyPr>
          <a:lstStyle/>
          <a:p>
            <a:pPr marL="0" indent="0" eaLnBrk="1" fontAlgn="auto" hangingPunct="1">
              <a:spcAft>
                <a:spcPts val="0"/>
              </a:spcAft>
              <a:buNone/>
              <a:defRPr/>
            </a:pPr>
            <a:r>
              <a:rPr lang="en-US" sz="2400" dirty="0"/>
              <a:t>Heap is an array object that can be viewed as a complete binary tree. There are two kinds of heaps</a:t>
            </a:r>
          </a:p>
          <a:p>
            <a:pPr marL="0" indent="0" eaLnBrk="1" fontAlgn="auto" hangingPunct="1">
              <a:spcAft>
                <a:spcPts val="0"/>
              </a:spcAft>
              <a:buNone/>
              <a:defRPr/>
            </a:pPr>
            <a:r>
              <a:rPr lang="en-US" sz="2400" dirty="0"/>
              <a:t>            </a:t>
            </a:r>
            <a:r>
              <a:rPr lang="en-US" sz="2400" b="1" dirty="0">
                <a:solidFill>
                  <a:srgbClr val="FF0000"/>
                </a:solidFill>
              </a:rPr>
              <a:t>max heaps</a:t>
            </a:r>
            <a:r>
              <a:rPr lang="en-US" sz="2400" dirty="0"/>
              <a:t>  and   </a:t>
            </a:r>
            <a:r>
              <a:rPr lang="en-US" sz="2400" b="1" dirty="0">
                <a:solidFill>
                  <a:srgbClr val="FF0000"/>
                </a:solidFill>
              </a:rPr>
              <a:t>min heaps</a:t>
            </a:r>
          </a:p>
          <a:p>
            <a:pPr marL="0" indent="0" eaLnBrk="1" fontAlgn="auto" hangingPunct="1">
              <a:spcAft>
                <a:spcPts val="0"/>
              </a:spcAft>
              <a:buNone/>
              <a:defRPr/>
            </a:pPr>
            <a:r>
              <a:rPr lang="en-US" sz="2400" dirty="0"/>
              <a:t>In both case, values in the nodes satisfy </a:t>
            </a:r>
            <a:r>
              <a:rPr lang="en-US" sz="2400" b="1" dirty="0"/>
              <a:t>Heap Property</a:t>
            </a:r>
            <a:r>
              <a:rPr lang="en-US" sz="2400" dirty="0"/>
              <a:t> which depend on the kind of heap</a:t>
            </a:r>
          </a:p>
          <a:p>
            <a:pPr marL="0" indent="0" eaLnBrk="1" fontAlgn="auto" hangingPunct="1">
              <a:spcAft>
                <a:spcPts val="0"/>
              </a:spcAft>
              <a:buNone/>
              <a:defRPr/>
            </a:pPr>
            <a:endParaRPr lang="en-US" sz="2400" dirty="0"/>
          </a:p>
          <a:p>
            <a:pPr marL="0" indent="0" eaLnBrk="1" fontAlgn="auto" hangingPunct="1">
              <a:spcAft>
                <a:spcPts val="0"/>
              </a:spcAft>
              <a:buNone/>
              <a:defRPr/>
            </a:pPr>
            <a:r>
              <a:rPr lang="en-US" sz="2400" dirty="0"/>
              <a:t>max-heap </a:t>
            </a:r>
            <a:r>
              <a:rPr lang="en-US" sz="2400" dirty="0">
                <a:sym typeface="Wingdings" panose="05000000000000000000" pitchFamily="2" charset="2"/>
              </a:rPr>
              <a:t> max-heap</a:t>
            </a:r>
            <a:r>
              <a:rPr lang="en-US" sz="2400" dirty="0"/>
              <a:t> property: </a:t>
            </a:r>
          </a:p>
          <a:p>
            <a:pPr marL="0" indent="0" eaLnBrk="1" fontAlgn="auto" hangingPunct="1">
              <a:spcAft>
                <a:spcPts val="0"/>
              </a:spcAft>
              <a:buNone/>
              <a:defRPr/>
            </a:pPr>
            <a:r>
              <a:rPr lang="en-US" sz="2400" dirty="0"/>
              <a:t>             The value of each node is greater than or equal to those of its children.  </a:t>
            </a:r>
          </a:p>
          <a:p>
            <a:pPr marL="0" indent="0" eaLnBrk="1" fontAlgn="auto" hangingPunct="1">
              <a:spcAft>
                <a:spcPts val="0"/>
              </a:spcAft>
              <a:buNone/>
              <a:defRPr/>
            </a:pPr>
            <a:endParaRPr lang="en-US" sz="2000" dirty="0">
              <a:latin typeface="Arial" panose="020B0604020202020204" pitchFamily="34" charset="0"/>
            </a:endParaRPr>
          </a:p>
          <a:p>
            <a:pPr marL="0" indent="0" eaLnBrk="1" fontAlgn="auto" hangingPunct="1">
              <a:spcAft>
                <a:spcPts val="0"/>
              </a:spcAft>
              <a:buNone/>
              <a:defRPr/>
            </a:pPr>
            <a:r>
              <a:rPr lang="en-US" sz="2000" dirty="0">
                <a:latin typeface="Arial" panose="020B0604020202020204" pitchFamily="34" charset="0"/>
              </a:rPr>
              <a:t> </a:t>
            </a:r>
            <a:r>
              <a:rPr lang="en-US" sz="2400" dirty="0"/>
              <a:t>min-heap </a:t>
            </a:r>
            <a:r>
              <a:rPr lang="en-US" sz="2400" dirty="0">
                <a:sym typeface="Wingdings" panose="05000000000000000000" pitchFamily="2" charset="2"/>
              </a:rPr>
              <a:t> min-heap</a:t>
            </a:r>
            <a:r>
              <a:rPr lang="en-US" sz="2400" dirty="0"/>
              <a:t> property: </a:t>
            </a:r>
          </a:p>
          <a:p>
            <a:pPr marL="0" indent="0" eaLnBrk="1" fontAlgn="auto" hangingPunct="1">
              <a:spcAft>
                <a:spcPts val="0"/>
              </a:spcAft>
              <a:buNone/>
              <a:defRPr/>
            </a:pPr>
            <a:r>
              <a:rPr lang="en-US" sz="2400" dirty="0"/>
              <a:t>             The value of each node is less than or equal to those of its children.</a:t>
            </a:r>
          </a:p>
          <a:p>
            <a:pPr marL="0" indent="0" eaLnBrk="1" fontAlgn="auto" hangingPunct="1">
              <a:spcAft>
                <a:spcPts val="0"/>
              </a:spcAft>
              <a:buNone/>
              <a:defRPr/>
            </a:pPr>
            <a:endParaRPr lang="en-US" sz="2400" dirty="0"/>
          </a:p>
          <a:p>
            <a:pPr marL="0" indent="0" eaLnBrk="1" fontAlgn="auto" hangingPunct="1">
              <a:spcAft>
                <a:spcPts val="0"/>
              </a:spcAft>
              <a:buNone/>
              <a:defRPr/>
            </a:pPr>
            <a:r>
              <a:rPr lang="en-US" sz="2400" b="1" dirty="0"/>
              <a:t>Max-heaps are used in </a:t>
            </a:r>
            <a:r>
              <a:rPr lang="en-US" sz="2400" b="1" dirty="0" err="1"/>
              <a:t>heapsort</a:t>
            </a:r>
            <a:r>
              <a:rPr lang="en-US" sz="2400" b="1" dirty="0"/>
              <a:t> algorithm</a:t>
            </a:r>
            <a:r>
              <a:rPr lang="en-US" sz="2400" dirty="0"/>
              <a:t>  </a:t>
            </a:r>
          </a:p>
          <a:p>
            <a:pPr marL="0" indent="0" eaLnBrk="1" fontAlgn="auto" hangingPunct="1">
              <a:spcAft>
                <a:spcPts val="0"/>
              </a:spcAft>
              <a:buNone/>
              <a:defRPr/>
            </a:pPr>
            <a:endParaRPr lang="en-US" sz="2000" dirty="0">
              <a:latin typeface="Arial" panose="020B0604020202020204" pitchFamily="34" charset="0"/>
            </a:endParaRPr>
          </a:p>
        </p:txBody>
      </p:sp>
      <p:sp>
        <p:nvSpPr>
          <p:cNvPr id="30724" name="Slide Number Placeholder 5"/>
          <p:cNvSpPr>
            <a:spLocks noGrp="1"/>
          </p:cNvSpPr>
          <p:nvPr>
            <p:ph type="sldNum" sz="quarter" idx="12"/>
          </p:nvPr>
        </p:nvSpPr>
        <p:spPr bwMode="auto">
          <a:xfrm>
            <a:off x="8948738" y="6459539"/>
            <a:ext cx="984250" cy="3651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fld id="{B556B57B-04E6-4A54-8804-FF1F0B902753}" type="slidenum">
              <a:rPr lang="en-US" sz="800">
                <a:latin typeface="Tahoma" panose="020B0604030504040204" pitchFamily="34" charset="0"/>
              </a:rPr>
              <a:pPr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t>5</a:t>
            </a:fld>
            <a:endParaRPr lang="en-US" sz="800">
              <a:latin typeface="Tahoma" panose="020B0604030504040204" pitchFamily="34" charset="0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 nodeType="clickPar">
                      <p:stCondLst>
                        <p:cond delay="indefinite"/>
                      </p:stCondLst>
                      <p:childTnLst>
                        <p:par>
                          <p:cTn id="2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9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Rectangle 2"/>
          <p:cNvSpPr>
            <a:spLocks noGrp="1" noChangeArrowheads="1"/>
          </p:cNvSpPr>
          <p:nvPr>
            <p:ph type="title"/>
          </p:nvPr>
        </p:nvSpPr>
        <p:spPr>
          <a:xfrm>
            <a:off x="1981200" y="609600"/>
            <a:ext cx="7793038" cy="838200"/>
          </a:xfrm>
        </p:spPr>
        <p:txBody>
          <a:bodyPr/>
          <a:lstStyle/>
          <a:p>
            <a:pPr eaLnBrk="1" hangingPunct="1"/>
            <a:r>
              <a:rPr lang="en-US"/>
              <a:t>Heaps</a:t>
            </a:r>
          </a:p>
        </p:txBody>
      </p:sp>
      <p:sp>
        <p:nvSpPr>
          <p:cNvPr id="31747" name="Rectangle 3"/>
          <p:cNvSpPr>
            <a:spLocks noGrp="1" noChangeArrowheads="1"/>
          </p:cNvSpPr>
          <p:nvPr>
            <p:ph idx="1"/>
          </p:nvPr>
        </p:nvSpPr>
        <p:spPr>
          <a:xfrm>
            <a:off x="2057400" y="1676400"/>
            <a:ext cx="8229600" cy="4267200"/>
          </a:xfrm>
        </p:spPr>
        <p:txBody>
          <a:bodyPr/>
          <a:lstStyle/>
          <a:p>
            <a:pPr marL="0" indent="0" eaLnBrk="1" hangingPunct="1">
              <a:buNone/>
            </a:pPr>
            <a:endParaRPr lang="en-US" sz="2000">
              <a:latin typeface="Arial" panose="020B0604020202020204" pitchFamily="34" charset="0"/>
            </a:endParaRPr>
          </a:p>
          <a:p>
            <a:pPr marL="0" indent="0" eaLnBrk="1" hangingPunct="1">
              <a:buNone/>
            </a:pPr>
            <a:r>
              <a:rPr lang="en-US" sz="2000">
                <a:latin typeface="Arial" panose="020B0604020202020204" pitchFamily="34" charset="0"/>
              </a:rPr>
              <a:t> </a:t>
            </a:r>
            <a:r>
              <a:rPr lang="en-US" sz="2400" b="1"/>
              <a:t>Complete Binary Tree</a:t>
            </a:r>
            <a:r>
              <a:rPr lang="en-US" sz="2400"/>
              <a:t> with the </a:t>
            </a:r>
            <a:r>
              <a:rPr lang="en-US" sz="2400" b="1"/>
              <a:t>max-heap property - examples</a:t>
            </a:r>
            <a:endParaRPr lang="en-US" sz="2400"/>
          </a:p>
        </p:txBody>
      </p:sp>
      <p:sp>
        <p:nvSpPr>
          <p:cNvPr id="31748" name="Slide Number Placeholder 5"/>
          <p:cNvSpPr>
            <a:spLocks noGrp="1"/>
          </p:cNvSpPr>
          <p:nvPr>
            <p:ph type="sldNum" sz="quarter" idx="12"/>
          </p:nvPr>
        </p:nvSpPr>
        <p:spPr bwMode="auto">
          <a:xfrm>
            <a:off x="8948738" y="6459539"/>
            <a:ext cx="984250" cy="3651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fld id="{895496A9-A9D7-467D-8767-9A94BE3C9E0E}" type="slidenum">
              <a:rPr lang="en-US" sz="800">
                <a:latin typeface="Tahoma" panose="020B0604030504040204" pitchFamily="34" charset="0"/>
              </a:rPr>
              <a:pPr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t>6</a:t>
            </a:fld>
            <a:endParaRPr lang="en-US" sz="800">
              <a:latin typeface="Tahoma" panose="020B0604030504040204" pitchFamily="34" charset="0"/>
            </a:endParaRPr>
          </a:p>
        </p:txBody>
      </p:sp>
      <p:grpSp>
        <p:nvGrpSpPr>
          <p:cNvPr id="21519" name="Group 15"/>
          <p:cNvGrpSpPr>
            <a:grpSpLocks/>
          </p:cNvGrpSpPr>
          <p:nvPr/>
        </p:nvGrpSpPr>
        <p:grpSpPr bwMode="auto">
          <a:xfrm>
            <a:off x="2362200" y="3429000"/>
            <a:ext cx="2590800" cy="1447800"/>
            <a:chOff x="1488" y="2352"/>
            <a:chExt cx="1632" cy="912"/>
          </a:xfrm>
        </p:grpSpPr>
        <p:sp>
          <p:nvSpPr>
            <p:cNvPr id="31768" name="Oval 4"/>
            <p:cNvSpPr>
              <a:spLocks noChangeArrowheads="1"/>
            </p:cNvSpPr>
            <p:nvPr/>
          </p:nvSpPr>
          <p:spPr bwMode="auto">
            <a:xfrm>
              <a:off x="2352" y="2352"/>
              <a:ext cx="336" cy="240"/>
            </a:xfrm>
            <a:prstGeom prst="ellipse">
              <a:avLst/>
            </a:prstGeom>
            <a:solidFill>
              <a:srgbClr val="CC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algn="ctr" eaLnBrk="1" hangingPunct="1"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r>
                <a:rPr lang="en-US" sz="2400">
                  <a:latin typeface="Times New Roman" panose="02020603050405020304" pitchFamily="18" charset="0"/>
                </a:rPr>
                <a:t>14</a:t>
              </a:r>
            </a:p>
          </p:txBody>
        </p:sp>
        <p:sp>
          <p:nvSpPr>
            <p:cNvPr id="31769" name="Oval 5"/>
            <p:cNvSpPr>
              <a:spLocks noChangeArrowheads="1"/>
            </p:cNvSpPr>
            <p:nvPr/>
          </p:nvSpPr>
          <p:spPr bwMode="auto">
            <a:xfrm>
              <a:off x="1776" y="2688"/>
              <a:ext cx="336" cy="240"/>
            </a:xfrm>
            <a:prstGeom prst="ellipse">
              <a:avLst/>
            </a:prstGeom>
            <a:solidFill>
              <a:srgbClr val="CC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algn="ctr" eaLnBrk="1" hangingPunct="1"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r>
                <a:rPr lang="en-US" sz="2400">
                  <a:latin typeface="Times New Roman" panose="02020603050405020304" pitchFamily="18" charset="0"/>
                </a:rPr>
                <a:t>12</a:t>
              </a:r>
            </a:p>
          </p:txBody>
        </p:sp>
        <p:sp>
          <p:nvSpPr>
            <p:cNvPr id="31770" name="Oval 6"/>
            <p:cNvSpPr>
              <a:spLocks noChangeArrowheads="1"/>
            </p:cNvSpPr>
            <p:nvPr/>
          </p:nvSpPr>
          <p:spPr bwMode="auto">
            <a:xfrm>
              <a:off x="1488" y="3024"/>
              <a:ext cx="336" cy="240"/>
            </a:xfrm>
            <a:prstGeom prst="ellipse">
              <a:avLst/>
            </a:prstGeom>
            <a:solidFill>
              <a:srgbClr val="CC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algn="ctr" eaLnBrk="1" hangingPunct="1"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r>
                <a:rPr lang="en-US" sz="2400">
                  <a:latin typeface="Times New Roman" panose="02020603050405020304" pitchFamily="18" charset="0"/>
                </a:rPr>
                <a:t>10</a:t>
              </a:r>
            </a:p>
          </p:txBody>
        </p:sp>
        <p:sp>
          <p:nvSpPr>
            <p:cNvPr id="31771" name="Oval 7"/>
            <p:cNvSpPr>
              <a:spLocks noChangeArrowheads="1"/>
            </p:cNvSpPr>
            <p:nvPr/>
          </p:nvSpPr>
          <p:spPr bwMode="auto">
            <a:xfrm>
              <a:off x="2784" y="2688"/>
              <a:ext cx="336" cy="240"/>
            </a:xfrm>
            <a:prstGeom prst="ellipse">
              <a:avLst/>
            </a:prstGeom>
            <a:solidFill>
              <a:srgbClr val="CC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algn="ctr" eaLnBrk="1" hangingPunct="1"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r>
                <a:rPr lang="en-US" sz="2400">
                  <a:latin typeface="Times New Roman" panose="02020603050405020304" pitchFamily="18" charset="0"/>
                </a:rPr>
                <a:t>7</a:t>
              </a:r>
            </a:p>
          </p:txBody>
        </p:sp>
        <p:sp>
          <p:nvSpPr>
            <p:cNvPr id="31772" name="Oval 8"/>
            <p:cNvSpPr>
              <a:spLocks noChangeArrowheads="1"/>
            </p:cNvSpPr>
            <p:nvPr/>
          </p:nvSpPr>
          <p:spPr bwMode="auto">
            <a:xfrm>
              <a:off x="1968" y="3024"/>
              <a:ext cx="336" cy="240"/>
            </a:xfrm>
            <a:prstGeom prst="ellipse">
              <a:avLst/>
            </a:prstGeom>
            <a:solidFill>
              <a:srgbClr val="CC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algn="ctr" eaLnBrk="1" hangingPunct="1"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r>
                <a:rPr lang="en-US" sz="2400">
                  <a:latin typeface="Times New Roman" panose="02020603050405020304" pitchFamily="18" charset="0"/>
                </a:rPr>
                <a:t>8</a:t>
              </a:r>
            </a:p>
          </p:txBody>
        </p:sp>
        <p:sp>
          <p:nvSpPr>
            <p:cNvPr id="31773" name="Oval 9"/>
            <p:cNvSpPr>
              <a:spLocks noChangeArrowheads="1"/>
            </p:cNvSpPr>
            <p:nvPr/>
          </p:nvSpPr>
          <p:spPr bwMode="auto">
            <a:xfrm>
              <a:off x="2640" y="3024"/>
              <a:ext cx="336" cy="240"/>
            </a:xfrm>
            <a:prstGeom prst="ellipse">
              <a:avLst/>
            </a:prstGeom>
            <a:solidFill>
              <a:srgbClr val="CC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algn="ctr" eaLnBrk="1" hangingPunct="1"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r>
                <a:rPr lang="en-US" sz="2400">
                  <a:latin typeface="Times New Roman" panose="02020603050405020304" pitchFamily="18" charset="0"/>
                </a:rPr>
                <a:t>6</a:t>
              </a:r>
            </a:p>
          </p:txBody>
        </p:sp>
        <p:sp>
          <p:nvSpPr>
            <p:cNvPr id="31774" name="Line 10"/>
            <p:cNvSpPr>
              <a:spLocks noChangeShapeType="1"/>
            </p:cNvSpPr>
            <p:nvPr/>
          </p:nvSpPr>
          <p:spPr bwMode="auto">
            <a:xfrm flipH="1">
              <a:off x="2064" y="2592"/>
              <a:ext cx="384" cy="14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31775" name="Line 11"/>
            <p:cNvSpPr>
              <a:spLocks noChangeShapeType="1"/>
            </p:cNvSpPr>
            <p:nvPr/>
          </p:nvSpPr>
          <p:spPr bwMode="auto">
            <a:xfrm>
              <a:off x="2592" y="2592"/>
              <a:ext cx="192" cy="14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31776" name="Line 12"/>
            <p:cNvSpPr>
              <a:spLocks noChangeShapeType="1"/>
            </p:cNvSpPr>
            <p:nvPr/>
          </p:nvSpPr>
          <p:spPr bwMode="auto">
            <a:xfrm flipH="1">
              <a:off x="1728" y="2928"/>
              <a:ext cx="144" cy="9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31777" name="Line 13"/>
            <p:cNvSpPr>
              <a:spLocks noChangeShapeType="1"/>
            </p:cNvSpPr>
            <p:nvPr/>
          </p:nvSpPr>
          <p:spPr bwMode="auto">
            <a:xfrm>
              <a:off x="1920" y="2928"/>
              <a:ext cx="144" cy="9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31778" name="Line 14"/>
            <p:cNvSpPr>
              <a:spLocks noChangeShapeType="1"/>
            </p:cNvSpPr>
            <p:nvPr/>
          </p:nvSpPr>
          <p:spPr bwMode="auto">
            <a:xfrm flipH="1">
              <a:off x="2832" y="2928"/>
              <a:ext cx="96" cy="9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en-US"/>
            </a:p>
          </p:txBody>
        </p:sp>
      </p:grpSp>
      <p:grpSp>
        <p:nvGrpSpPr>
          <p:cNvPr id="21538" name="Group 34"/>
          <p:cNvGrpSpPr>
            <a:grpSpLocks/>
          </p:cNvGrpSpPr>
          <p:nvPr/>
        </p:nvGrpSpPr>
        <p:grpSpPr bwMode="auto">
          <a:xfrm>
            <a:off x="5943600" y="3429000"/>
            <a:ext cx="3581400" cy="2057400"/>
            <a:chOff x="3024" y="2640"/>
            <a:chExt cx="2256" cy="1296"/>
          </a:xfrm>
        </p:grpSpPr>
        <p:sp>
          <p:nvSpPr>
            <p:cNvPr id="31751" name="Oval 17"/>
            <p:cNvSpPr>
              <a:spLocks noChangeArrowheads="1"/>
            </p:cNvSpPr>
            <p:nvPr/>
          </p:nvSpPr>
          <p:spPr bwMode="auto">
            <a:xfrm>
              <a:off x="4128" y="2640"/>
              <a:ext cx="336" cy="240"/>
            </a:xfrm>
            <a:prstGeom prst="ellipse">
              <a:avLst/>
            </a:prstGeom>
            <a:solidFill>
              <a:srgbClr val="CC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algn="ctr" eaLnBrk="1" hangingPunct="1"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r>
                <a:rPr lang="en-US" sz="2400">
                  <a:latin typeface="Times New Roman" panose="02020603050405020304" pitchFamily="18" charset="0"/>
                </a:rPr>
                <a:t>14</a:t>
              </a:r>
            </a:p>
          </p:txBody>
        </p:sp>
        <p:sp>
          <p:nvSpPr>
            <p:cNvPr id="31752" name="Oval 18"/>
            <p:cNvSpPr>
              <a:spLocks noChangeArrowheads="1"/>
            </p:cNvSpPr>
            <p:nvPr/>
          </p:nvSpPr>
          <p:spPr bwMode="auto">
            <a:xfrm>
              <a:off x="3552" y="2976"/>
              <a:ext cx="336" cy="240"/>
            </a:xfrm>
            <a:prstGeom prst="ellipse">
              <a:avLst/>
            </a:prstGeom>
            <a:solidFill>
              <a:srgbClr val="CC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algn="ctr" eaLnBrk="1" hangingPunct="1"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r>
                <a:rPr lang="en-US" sz="2400">
                  <a:latin typeface="Times New Roman" panose="02020603050405020304" pitchFamily="18" charset="0"/>
                </a:rPr>
                <a:t>12</a:t>
              </a:r>
            </a:p>
          </p:txBody>
        </p:sp>
        <p:sp>
          <p:nvSpPr>
            <p:cNvPr id="31753" name="Oval 19"/>
            <p:cNvSpPr>
              <a:spLocks noChangeArrowheads="1"/>
            </p:cNvSpPr>
            <p:nvPr/>
          </p:nvSpPr>
          <p:spPr bwMode="auto">
            <a:xfrm>
              <a:off x="3264" y="3312"/>
              <a:ext cx="336" cy="240"/>
            </a:xfrm>
            <a:prstGeom prst="ellipse">
              <a:avLst/>
            </a:prstGeom>
            <a:solidFill>
              <a:srgbClr val="CC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algn="ctr" eaLnBrk="1" hangingPunct="1"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r>
                <a:rPr lang="en-US" sz="2400">
                  <a:latin typeface="Times New Roman" panose="02020603050405020304" pitchFamily="18" charset="0"/>
                </a:rPr>
                <a:t>10</a:t>
              </a:r>
            </a:p>
          </p:txBody>
        </p:sp>
        <p:sp>
          <p:nvSpPr>
            <p:cNvPr id="31754" name="Oval 20"/>
            <p:cNvSpPr>
              <a:spLocks noChangeArrowheads="1"/>
            </p:cNvSpPr>
            <p:nvPr/>
          </p:nvSpPr>
          <p:spPr bwMode="auto">
            <a:xfrm>
              <a:off x="4560" y="2976"/>
              <a:ext cx="336" cy="240"/>
            </a:xfrm>
            <a:prstGeom prst="ellipse">
              <a:avLst/>
            </a:prstGeom>
            <a:solidFill>
              <a:srgbClr val="CC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algn="ctr" eaLnBrk="1" hangingPunct="1"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r>
                <a:rPr lang="en-US" sz="2400">
                  <a:latin typeface="Times New Roman" panose="02020603050405020304" pitchFamily="18" charset="0"/>
                </a:rPr>
                <a:t>7</a:t>
              </a:r>
            </a:p>
          </p:txBody>
        </p:sp>
        <p:sp>
          <p:nvSpPr>
            <p:cNvPr id="31755" name="Oval 21"/>
            <p:cNvSpPr>
              <a:spLocks noChangeArrowheads="1"/>
            </p:cNvSpPr>
            <p:nvPr/>
          </p:nvSpPr>
          <p:spPr bwMode="auto">
            <a:xfrm>
              <a:off x="3744" y="3312"/>
              <a:ext cx="336" cy="240"/>
            </a:xfrm>
            <a:prstGeom prst="ellipse">
              <a:avLst/>
            </a:prstGeom>
            <a:solidFill>
              <a:srgbClr val="CC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algn="ctr" eaLnBrk="1" hangingPunct="1"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r>
                <a:rPr lang="en-US" sz="2400">
                  <a:latin typeface="Times New Roman" panose="02020603050405020304" pitchFamily="18" charset="0"/>
                </a:rPr>
                <a:t>8</a:t>
              </a:r>
            </a:p>
          </p:txBody>
        </p:sp>
        <p:sp>
          <p:nvSpPr>
            <p:cNvPr id="31756" name="Oval 22"/>
            <p:cNvSpPr>
              <a:spLocks noChangeArrowheads="1"/>
            </p:cNvSpPr>
            <p:nvPr/>
          </p:nvSpPr>
          <p:spPr bwMode="auto">
            <a:xfrm>
              <a:off x="4416" y="3312"/>
              <a:ext cx="336" cy="240"/>
            </a:xfrm>
            <a:prstGeom prst="ellipse">
              <a:avLst/>
            </a:prstGeom>
            <a:solidFill>
              <a:srgbClr val="CC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algn="ctr" eaLnBrk="1" hangingPunct="1"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r>
                <a:rPr lang="en-US" sz="2400">
                  <a:latin typeface="Times New Roman" panose="02020603050405020304" pitchFamily="18" charset="0"/>
                </a:rPr>
                <a:t>6</a:t>
              </a:r>
            </a:p>
          </p:txBody>
        </p:sp>
        <p:sp>
          <p:nvSpPr>
            <p:cNvPr id="31757" name="Line 23"/>
            <p:cNvSpPr>
              <a:spLocks noChangeShapeType="1"/>
            </p:cNvSpPr>
            <p:nvPr/>
          </p:nvSpPr>
          <p:spPr bwMode="auto">
            <a:xfrm flipH="1">
              <a:off x="3840" y="2880"/>
              <a:ext cx="384" cy="14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31758" name="Line 24"/>
            <p:cNvSpPr>
              <a:spLocks noChangeShapeType="1"/>
            </p:cNvSpPr>
            <p:nvPr/>
          </p:nvSpPr>
          <p:spPr bwMode="auto">
            <a:xfrm>
              <a:off x="4368" y="2880"/>
              <a:ext cx="192" cy="14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31759" name="Line 25"/>
            <p:cNvSpPr>
              <a:spLocks noChangeShapeType="1"/>
            </p:cNvSpPr>
            <p:nvPr/>
          </p:nvSpPr>
          <p:spPr bwMode="auto">
            <a:xfrm flipH="1">
              <a:off x="3504" y="3216"/>
              <a:ext cx="144" cy="9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31760" name="Line 26"/>
            <p:cNvSpPr>
              <a:spLocks noChangeShapeType="1"/>
            </p:cNvSpPr>
            <p:nvPr/>
          </p:nvSpPr>
          <p:spPr bwMode="auto">
            <a:xfrm>
              <a:off x="3696" y="3216"/>
              <a:ext cx="144" cy="9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31761" name="Line 27"/>
            <p:cNvSpPr>
              <a:spLocks noChangeShapeType="1"/>
            </p:cNvSpPr>
            <p:nvPr/>
          </p:nvSpPr>
          <p:spPr bwMode="auto">
            <a:xfrm flipH="1">
              <a:off x="4608" y="3216"/>
              <a:ext cx="96" cy="9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31762" name="Oval 28"/>
            <p:cNvSpPr>
              <a:spLocks noChangeArrowheads="1"/>
            </p:cNvSpPr>
            <p:nvPr/>
          </p:nvSpPr>
          <p:spPr bwMode="auto">
            <a:xfrm>
              <a:off x="4944" y="3312"/>
              <a:ext cx="336" cy="240"/>
            </a:xfrm>
            <a:prstGeom prst="ellipse">
              <a:avLst/>
            </a:prstGeom>
            <a:solidFill>
              <a:srgbClr val="CC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algn="ctr" eaLnBrk="1" hangingPunct="1"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r>
                <a:rPr lang="en-US" sz="2400">
                  <a:latin typeface="Times New Roman" panose="02020603050405020304" pitchFamily="18" charset="0"/>
                </a:rPr>
                <a:t>5</a:t>
              </a:r>
            </a:p>
          </p:txBody>
        </p:sp>
        <p:sp>
          <p:nvSpPr>
            <p:cNvPr id="31763" name="Oval 29"/>
            <p:cNvSpPr>
              <a:spLocks noChangeArrowheads="1"/>
            </p:cNvSpPr>
            <p:nvPr/>
          </p:nvSpPr>
          <p:spPr bwMode="auto">
            <a:xfrm>
              <a:off x="3024" y="3696"/>
              <a:ext cx="336" cy="240"/>
            </a:xfrm>
            <a:prstGeom prst="ellipse">
              <a:avLst/>
            </a:prstGeom>
            <a:solidFill>
              <a:srgbClr val="CC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algn="ctr" eaLnBrk="1" hangingPunct="1"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r>
                <a:rPr lang="en-US" sz="2400">
                  <a:latin typeface="Times New Roman" panose="02020603050405020304" pitchFamily="18" charset="0"/>
                </a:rPr>
                <a:t>4</a:t>
              </a:r>
            </a:p>
          </p:txBody>
        </p:sp>
        <p:sp>
          <p:nvSpPr>
            <p:cNvPr id="31764" name="Oval 30"/>
            <p:cNvSpPr>
              <a:spLocks noChangeArrowheads="1"/>
            </p:cNvSpPr>
            <p:nvPr/>
          </p:nvSpPr>
          <p:spPr bwMode="auto">
            <a:xfrm>
              <a:off x="3504" y="3696"/>
              <a:ext cx="336" cy="240"/>
            </a:xfrm>
            <a:prstGeom prst="ellipse">
              <a:avLst/>
            </a:prstGeom>
            <a:solidFill>
              <a:srgbClr val="CC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algn="ctr" eaLnBrk="1" hangingPunct="1"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r>
                <a:rPr lang="en-US" sz="2400">
                  <a:latin typeface="Times New Roman" panose="02020603050405020304" pitchFamily="18" charset="0"/>
                </a:rPr>
                <a:t>3</a:t>
              </a:r>
            </a:p>
          </p:txBody>
        </p:sp>
        <p:sp>
          <p:nvSpPr>
            <p:cNvPr id="31765" name="Line 31"/>
            <p:cNvSpPr>
              <a:spLocks noChangeShapeType="1"/>
            </p:cNvSpPr>
            <p:nvPr/>
          </p:nvSpPr>
          <p:spPr bwMode="auto">
            <a:xfrm flipH="1">
              <a:off x="3216" y="3552"/>
              <a:ext cx="192" cy="14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31766" name="Line 32"/>
            <p:cNvSpPr>
              <a:spLocks noChangeShapeType="1"/>
            </p:cNvSpPr>
            <p:nvPr/>
          </p:nvSpPr>
          <p:spPr bwMode="auto">
            <a:xfrm>
              <a:off x="3408" y="3552"/>
              <a:ext cx="192" cy="14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31767" name="Line 33"/>
            <p:cNvSpPr>
              <a:spLocks noChangeShapeType="1"/>
            </p:cNvSpPr>
            <p:nvPr/>
          </p:nvSpPr>
          <p:spPr bwMode="auto">
            <a:xfrm>
              <a:off x="4803" y="3198"/>
              <a:ext cx="192" cy="14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en-US"/>
            </a:p>
          </p:txBody>
        </p:sp>
      </p:grp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15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15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15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15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Rectangle 2"/>
          <p:cNvSpPr>
            <a:spLocks noGrp="1" noChangeArrowheads="1"/>
          </p:cNvSpPr>
          <p:nvPr>
            <p:ph type="title"/>
          </p:nvPr>
        </p:nvSpPr>
        <p:spPr>
          <a:xfrm>
            <a:off x="1752600" y="381000"/>
            <a:ext cx="7772400" cy="685800"/>
          </a:xfrm>
        </p:spPr>
        <p:txBody>
          <a:bodyPr/>
          <a:lstStyle/>
          <a:p>
            <a:pPr eaLnBrk="1" hangingPunct="1"/>
            <a:r>
              <a:rPr lang="en-US" sz="4000"/>
              <a:t>Heaps (contd.)</a:t>
            </a:r>
          </a:p>
        </p:txBody>
      </p:sp>
      <p:sp>
        <p:nvSpPr>
          <p:cNvPr id="32771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1752600" y="1524000"/>
            <a:ext cx="8305800" cy="685800"/>
          </a:xfrm>
        </p:spPr>
        <p:txBody>
          <a:bodyPr>
            <a:normAutofit/>
          </a:bodyPr>
          <a:lstStyle/>
          <a:p>
            <a:pPr eaLnBrk="1" hangingPunct="1"/>
            <a:r>
              <a:rPr lang="en-US"/>
              <a:t>A heap can be represented in a one-dimensional array</a:t>
            </a:r>
          </a:p>
        </p:txBody>
      </p:sp>
      <p:graphicFrame>
        <p:nvGraphicFramePr>
          <p:cNvPr id="22620" name="Group 92"/>
          <p:cNvGraphicFramePr>
            <a:graphicFrameLocks noGrp="1"/>
          </p:cNvGraphicFramePr>
          <p:nvPr>
            <p:ph sz="half" idx="2"/>
          </p:nvPr>
        </p:nvGraphicFramePr>
        <p:xfrm>
          <a:off x="3209925" y="5218113"/>
          <a:ext cx="6553200" cy="457200"/>
        </p:xfrm>
        <a:graphic>
          <a:graphicData uri="http://schemas.openxmlformats.org/drawingml/2006/table">
            <a:tbl>
              <a:tblPr/>
              <a:tblGrid>
                <a:gridCol w="65563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5563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540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5563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5563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55638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655637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65405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655638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655637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</a:tblGrid>
              <a:tr h="45720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16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14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10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8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7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9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3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2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4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32796" name="Slide Number Placeholder 6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fld id="{6074DC58-6DA7-4FC9-BFEB-56EB93137393}" type="slidenum">
              <a:rPr lang="en-US" sz="800">
                <a:latin typeface="Tahoma" panose="020B0604030504040204" pitchFamily="34" charset="0"/>
              </a:rPr>
              <a:pPr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t>7</a:t>
            </a:fld>
            <a:endParaRPr lang="en-US" sz="800">
              <a:latin typeface="Tahoma" panose="020B0604030504040204" pitchFamily="34" charset="0"/>
            </a:endParaRPr>
          </a:p>
        </p:txBody>
      </p:sp>
      <p:grpSp>
        <p:nvGrpSpPr>
          <p:cNvPr id="32797" name="Group 33"/>
          <p:cNvGrpSpPr>
            <a:grpSpLocks/>
          </p:cNvGrpSpPr>
          <p:nvPr/>
        </p:nvGrpSpPr>
        <p:grpSpPr bwMode="auto">
          <a:xfrm>
            <a:off x="2895600" y="1981200"/>
            <a:ext cx="5791200" cy="2362200"/>
            <a:chOff x="672" y="1056"/>
            <a:chExt cx="3648" cy="1488"/>
          </a:xfrm>
        </p:grpSpPr>
        <p:sp>
          <p:nvSpPr>
            <p:cNvPr id="17445" name="Oval 4"/>
            <p:cNvSpPr>
              <a:spLocks noChangeArrowheads="1"/>
            </p:cNvSpPr>
            <p:nvPr/>
          </p:nvSpPr>
          <p:spPr bwMode="auto">
            <a:xfrm>
              <a:off x="2304" y="1200"/>
              <a:ext cx="384" cy="192"/>
            </a:xfrm>
            <a:prstGeom prst="ellipse">
              <a:avLst/>
            </a:prstGeom>
            <a:solidFill>
              <a:schemeClr val="accent1">
                <a:lumMod val="40000"/>
                <a:lumOff val="60000"/>
              </a:schemeClr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algn="ctr" eaLnBrk="1" hangingPunct="1">
                <a:defRPr/>
              </a:pPr>
              <a:r>
                <a:rPr lang="en-US" dirty="0">
                  <a:latin typeface="Times New Roman" panose="02020603050405020304" pitchFamily="18" charset="0"/>
                </a:rPr>
                <a:t>16</a:t>
              </a:r>
            </a:p>
          </p:txBody>
        </p:sp>
        <p:sp>
          <p:nvSpPr>
            <p:cNvPr id="17446" name="Oval 5"/>
            <p:cNvSpPr>
              <a:spLocks noChangeArrowheads="1"/>
            </p:cNvSpPr>
            <p:nvPr/>
          </p:nvSpPr>
          <p:spPr bwMode="auto">
            <a:xfrm>
              <a:off x="1584" y="1488"/>
              <a:ext cx="384" cy="192"/>
            </a:xfrm>
            <a:prstGeom prst="ellipse">
              <a:avLst/>
            </a:prstGeom>
            <a:solidFill>
              <a:schemeClr val="accent1">
                <a:lumMod val="40000"/>
                <a:lumOff val="60000"/>
              </a:schemeClr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algn="ctr" eaLnBrk="1" hangingPunct="1">
                <a:defRPr/>
              </a:pPr>
              <a:r>
                <a:rPr lang="en-US">
                  <a:latin typeface="Times New Roman" panose="02020603050405020304" pitchFamily="18" charset="0"/>
                </a:rPr>
                <a:t>14</a:t>
              </a:r>
            </a:p>
          </p:txBody>
        </p:sp>
        <p:sp>
          <p:nvSpPr>
            <p:cNvPr id="17447" name="Oval 6"/>
            <p:cNvSpPr>
              <a:spLocks noChangeArrowheads="1"/>
            </p:cNvSpPr>
            <p:nvPr/>
          </p:nvSpPr>
          <p:spPr bwMode="auto">
            <a:xfrm>
              <a:off x="3168" y="1488"/>
              <a:ext cx="384" cy="192"/>
            </a:xfrm>
            <a:prstGeom prst="ellipse">
              <a:avLst/>
            </a:prstGeom>
            <a:solidFill>
              <a:schemeClr val="accent1">
                <a:lumMod val="40000"/>
                <a:lumOff val="60000"/>
              </a:schemeClr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algn="ctr" eaLnBrk="1" hangingPunct="1">
                <a:defRPr/>
              </a:pPr>
              <a:r>
                <a:rPr lang="en-US">
                  <a:latin typeface="Times New Roman" panose="02020603050405020304" pitchFamily="18" charset="0"/>
                </a:rPr>
                <a:t>10</a:t>
              </a:r>
            </a:p>
          </p:txBody>
        </p:sp>
        <p:sp>
          <p:nvSpPr>
            <p:cNvPr id="17448" name="Oval 7"/>
            <p:cNvSpPr>
              <a:spLocks noChangeArrowheads="1"/>
            </p:cNvSpPr>
            <p:nvPr/>
          </p:nvSpPr>
          <p:spPr bwMode="auto">
            <a:xfrm>
              <a:off x="960" y="1872"/>
              <a:ext cx="384" cy="192"/>
            </a:xfrm>
            <a:prstGeom prst="ellipse">
              <a:avLst/>
            </a:prstGeom>
            <a:solidFill>
              <a:schemeClr val="accent1">
                <a:lumMod val="40000"/>
                <a:lumOff val="60000"/>
              </a:schemeClr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algn="ctr" eaLnBrk="1" hangingPunct="1">
                <a:defRPr/>
              </a:pPr>
              <a:r>
                <a:rPr lang="en-US">
                  <a:latin typeface="Times New Roman" panose="02020603050405020304" pitchFamily="18" charset="0"/>
                </a:rPr>
                <a:t>8</a:t>
              </a:r>
            </a:p>
          </p:txBody>
        </p:sp>
        <p:sp>
          <p:nvSpPr>
            <p:cNvPr id="17449" name="Oval 8"/>
            <p:cNvSpPr>
              <a:spLocks noChangeArrowheads="1"/>
            </p:cNvSpPr>
            <p:nvPr/>
          </p:nvSpPr>
          <p:spPr bwMode="auto">
            <a:xfrm>
              <a:off x="2016" y="1920"/>
              <a:ext cx="384" cy="192"/>
            </a:xfrm>
            <a:prstGeom prst="ellipse">
              <a:avLst/>
            </a:prstGeom>
            <a:solidFill>
              <a:schemeClr val="accent1">
                <a:lumMod val="40000"/>
                <a:lumOff val="60000"/>
              </a:schemeClr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algn="ctr" eaLnBrk="1" hangingPunct="1">
                <a:defRPr/>
              </a:pPr>
              <a:r>
                <a:rPr lang="en-US">
                  <a:latin typeface="Times New Roman" panose="02020603050405020304" pitchFamily="18" charset="0"/>
                </a:rPr>
                <a:t>7</a:t>
              </a:r>
            </a:p>
          </p:txBody>
        </p:sp>
        <p:sp>
          <p:nvSpPr>
            <p:cNvPr id="17450" name="Oval 9"/>
            <p:cNvSpPr>
              <a:spLocks noChangeArrowheads="1"/>
            </p:cNvSpPr>
            <p:nvPr/>
          </p:nvSpPr>
          <p:spPr bwMode="auto">
            <a:xfrm>
              <a:off x="2688" y="1872"/>
              <a:ext cx="384" cy="192"/>
            </a:xfrm>
            <a:prstGeom prst="ellipse">
              <a:avLst/>
            </a:prstGeom>
            <a:solidFill>
              <a:schemeClr val="accent1">
                <a:lumMod val="40000"/>
                <a:lumOff val="60000"/>
              </a:schemeClr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algn="ctr" eaLnBrk="1" hangingPunct="1">
                <a:defRPr/>
              </a:pPr>
              <a:r>
                <a:rPr lang="en-US">
                  <a:latin typeface="Times New Roman" panose="02020603050405020304" pitchFamily="18" charset="0"/>
                </a:rPr>
                <a:t>9</a:t>
              </a:r>
            </a:p>
          </p:txBody>
        </p:sp>
        <p:sp>
          <p:nvSpPr>
            <p:cNvPr id="17451" name="Oval 10"/>
            <p:cNvSpPr>
              <a:spLocks noChangeArrowheads="1"/>
            </p:cNvSpPr>
            <p:nvPr/>
          </p:nvSpPr>
          <p:spPr bwMode="auto">
            <a:xfrm>
              <a:off x="3840" y="1872"/>
              <a:ext cx="384" cy="192"/>
            </a:xfrm>
            <a:prstGeom prst="ellipse">
              <a:avLst/>
            </a:prstGeom>
            <a:solidFill>
              <a:schemeClr val="accent1">
                <a:lumMod val="60000"/>
                <a:lumOff val="40000"/>
              </a:schemeClr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algn="ctr" eaLnBrk="1" hangingPunct="1">
                <a:defRPr/>
              </a:pPr>
              <a:r>
                <a:rPr lang="en-US">
                  <a:latin typeface="Times New Roman" panose="02020603050405020304" pitchFamily="18" charset="0"/>
                </a:rPr>
                <a:t>3</a:t>
              </a:r>
            </a:p>
          </p:txBody>
        </p:sp>
        <p:sp>
          <p:nvSpPr>
            <p:cNvPr id="17452" name="Oval 11"/>
            <p:cNvSpPr>
              <a:spLocks noChangeArrowheads="1"/>
            </p:cNvSpPr>
            <p:nvPr/>
          </p:nvSpPr>
          <p:spPr bwMode="auto">
            <a:xfrm>
              <a:off x="1872" y="2352"/>
              <a:ext cx="384" cy="192"/>
            </a:xfrm>
            <a:prstGeom prst="ellipse">
              <a:avLst/>
            </a:prstGeom>
            <a:solidFill>
              <a:schemeClr val="accent1">
                <a:lumMod val="40000"/>
                <a:lumOff val="60000"/>
              </a:schemeClr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algn="ctr" eaLnBrk="1" hangingPunct="1">
                <a:defRPr/>
              </a:pPr>
              <a:r>
                <a:rPr lang="en-US">
                  <a:latin typeface="Times New Roman" panose="02020603050405020304" pitchFamily="18" charset="0"/>
                </a:rPr>
                <a:t>1</a:t>
              </a:r>
            </a:p>
          </p:txBody>
        </p:sp>
        <p:sp>
          <p:nvSpPr>
            <p:cNvPr id="17453" name="Oval 12"/>
            <p:cNvSpPr>
              <a:spLocks noChangeArrowheads="1"/>
            </p:cNvSpPr>
            <p:nvPr/>
          </p:nvSpPr>
          <p:spPr bwMode="auto">
            <a:xfrm>
              <a:off x="1344" y="2352"/>
              <a:ext cx="384" cy="192"/>
            </a:xfrm>
            <a:prstGeom prst="ellipse">
              <a:avLst/>
            </a:prstGeom>
            <a:solidFill>
              <a:schemeClr val="accent1">
                <a:lumMod val="40000"/>
                <a:lumOff val="60000"/>
              </a:schemeClr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algn="ctr" eaLnBrk="1" hangingPunct="1">
                <a:defRPr/>
              </a:pPr>
              <a:r>
                <a:rPr lang="en-US">
                  <a:latin typeface="Times New Roman" panose="02020603050405020304" pitchFamily="18" charset="0"/>
                </a:rPr>
                <a:t>4</a:t>
              </a:r>
            </a:p>
          </p:txBody>
        </p:sp>
        <p:sp>
          <p:nvSpPr>
            <p:cNvPr id="17454" name="Oval 13"/>
            <p:cNvSpPr>
              <a:spLocks noChangeArrowheads="1"/>
            </p:cNvSpPr>
            <p:nvPr/>
          </p:nvSpPr>
          <p:spPr bwMode="auto">
            <a:xfrm>
              <a:off x="672" y="2352"/>
              <a:ext cx="384" cy="192"/>
            </a:xfrm>
            <a:prstGeom prst="ellipse">
              <a:avLst/>
            </a:prstGeom>
            <a:solidFill>
              <a:schemeClr val="accent1">
                <a:lumMod val="40000"/>
                <a:lumOff val="60000"/>
              </a:schemeClr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algn="ctr" eaLnBrk="1" hangingPunct="1">
                <a:defRPr/>
              </a:pPr>
              <a:r>
                <a:rPr lang="en-US">
                  <a:latin typeface="Times New Roman" panose="02020603050405020304" pitchFamily="18" charset="0"/>
                </a:rPr>
                <a:t>2</a:t>
              </a:r>
            </a:p>
          </p:txBody>
        </p:sp>
        <p:sp>
          <p:nvSpPr>
            <p:cNvPr id="32814" name="Line 14"/>
            <p:cNvSpPr>
              <a:spLocks noChangeShapeType="1"/>
            </p:cNvSpPr>
            <p:nvPr/>
          </p:nvSpPr>
          <p:spPr bwMode="auto">
            <a:xfrm flipH="1">
              <a:off x="1968" y="1392"/>
              <a:ext cx="384" cy="144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32815" name="Line 15"/>
            <p:cNvSpPr>
              <a:spLocks noChangeShapeType="1"/>
            </p:cNvSpPr>
            <p:nvPr/>
          </p:nvSpPr>
          <p:spPr bwMode="auto">
            <a:xfrm>
              <a:off x="2640" y="1344"/>
              <a:ext cx="528" cy="192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32816" name="Line 16"/>
            <p:cNvSpPr>
              <a:spLocks noChangeShapeType="1"/>
            </p:cNvSpPr>
            <p:nvPr/>
          </p:nvSpPr>
          <p:spPr bwMode="auto">
            <a:xfrm flipH="1">
              <a:off x="1296" y="1680"/>
              <a:ext cx="432" cy="24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32817" name="Line 17"/>
            <p:cNvSpPr>
              <a:spLocks noChangeShapeType="1"/>
            </p:cNvSpPr>
            <p:nvPr/>
          </p:nvSpPr>
          <p:spPr bwMode="auto">
            <a:xfrm>
              <a:off x="1824" y="1680"/>
              <a:ext cx="288" cy="24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32818" name="Line 18"/>
            <p:cNvSpPr>
              <a:spLocks noChangeShapeType="1"/>
            </p:cNvSpPr>
            <p:nvPr/>
          </p:nvSpPr>
          <p:spPr bwMode="auto">
            <a:xfrm flipH="1">
              <a:off x="864" y="2064"/>
              <a:ext cx="240" cy="288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32819" name="Line 19"/>
            <p:cNvSpPr>
              <a:spLocks noChangeShapeType="1"/>
            </p:cNvSpPr>
            <p:nvPr/>
          </p:nvSpPr>
          <p:spPr bwMode="auto">
            <a:xfrm>
              <a:off x="1200" y="2064"/>
              <a:ext cx="240" cy="288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32820" name="Line 20"/>
            <p:cNvSpPr>
              <a:spLocks noChangeShapeType="1"/>
            </p:cNvSpPr>
            <p:nvPr/>
          </p:nvSpPr>
          <p:spPr bwMode="auto">
            <a:xfrm flipH="1">
              <a:off x="2064" y="2112"/>
              <a:ext cx="144" cy="24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32821" name="Line 21"/>
            <p:cNvSpPr>
              <a:spLocks noChangeShapeType="1"/>
            </p:cNvSpPr>
            <p:nvPr/>
          </p:nvSpPr>
          <p:spPr bwMode="auto">
            <a:xfrm flipH="1">
              <a:off x="3024" y="1680"/>
              <a:ext cx="336" cy="24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32822" name="Line 22"/>
            <p:cNvSpPr>
              <a:spLocks noChangeShapeType="1"/>
            </p:cNvSpPr>
            <p:nvPr/>
          </p:nvSpPr>
          <p:spPr bwMode="auto">
            <a:xfrm>
              <a:off x="3408" y="1680"/>
              <a:ext cx="432" cy="24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32823" name="Text Box 23"/>
            <p:cNvSpPr txBox="1">
              <a:spLocks noChangeArrowheads="1"/>
            </p:cNvSpPr>
            <p:nvPr/>
          </p:nvSpPr>
          <p:spPr bwMode="auto">
            <a:xfrm>
              <a:off x="2208" y="1056"/>
              <a:ext cx="384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50000"/>
                </a:spcBef>
                <a:buFontTx/>
                <a:buNone/>
              </a:pPr>
              <a:r>
                <a:rPr lang="en-US" sz="2000" b="1" i="1">
                  <a:solidFill>
                    <a:srgbClr val="FF0000"/>
                  </a:solidFill>
                  <a:latin typeface="Times New Roman" panose="02020603050405020304" pitchFamily="18" charset="0"/>
                </a:rPr>
                <a:t>1</a:t>
              </a:r>
            </a:p>
          </p:txBody>
        </p:sp>
        <p:sp>
          <p:nvSpPr>
            <p:cNvPr id="32824" name="Text Box 24"/>
            <p:cNvSpPr txBox="1">
              <a:spLocks noChangeArrowheads="1"/>
            </p:cNvSpPr>
            <p:nvPr/>
          </p:nvSpPr>
          <p:spPr bwMode="auto">
            <a:xfrm>
              <a:off x="2160" y="1728"/>
              <a:ext cx="384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50000"/>
                </a:spcBef>
                <a:buFontTx/>
                <a:buNone/>
              </a:pPr>
              <a:r>
                <a:rPr lang="en-US" sz="2000" b="1" i="1">
                  <a:solidFill>
                    <a:srgbClr val="FF0000"/>
                  </a:solidFill>
                  <a:latin typeface="Times New Roman" panose="02020603050405020304" pitchFamily="18" charset="0"/>
                </a:rPr>
                <a:t>5</a:t>
              </a:r>
            </a:p>
          </p:txBody>
        </p:sp>
        <p:sp>
          <p:nvSpPr>
            <p:cNvPr id="32825" name="Text Box 25"/>
            <p:cNvSpPr txBox="1">
              <a:spLocks noChangeArrowheads="1"/>
            </p:cNvSpPr>
            <p:nvPr/>
          </p:nvSpPr>
          <p:spPr bwMode="auto">
            <a:xfrm>
              <a:off x="672" y="2160"/>
              <a:ext cx="384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50000"/>
                </a:spcBef>
                <a:buFontTx/>
                <a:buNone/>
              </a:pPr>
              <a:r>
                <a:rPr lang="en-US" sz="2000" b="1" i="1">
                  <a:solidFill>
                    <a:srgbClr val="FF0000"/>
                  </a:solidFill>
                  <a:latin typeface="Times New Roman" panose="02020603050405020304" pitchFamily="18" charset="0"/>
                </a:rPr>
                <a:t>8</a:t>
              </a:r>
            </a:p>
          </p:txBody>
        </p:sp>
        <p:sp>
          <p:nvSpPr>
            <p:cNvPr id="32826" name="Text Box 26"/>
            <p:cNvSpPr txBox="1">
              <a:spLocks noChangeArrowheads="1"/>
            </p:cNvSpPr>
            <p:nvPr/>
          </p:nvSpPr>
          <p:spPr bwMode="auto">
            <a:xfrm>
              <a:off x="1008" y="1680"/>
              <a:ext cx="384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50000"/>
                </a:spcBef>
                <a:buFontTx/>
                <a:buNone/>
              </a:pPr>
              <a:r>
                <a:rPr lang="en-US" sz="2000" b="1" i="1">
                  <a:solidFill>
                    <a:srgbClr val="FF0000"/>
                  </a:solidFill>
                  <a:latin typeface="Times New Roman" panose="02020603050405020304" pitchFamily="18" charset="0"/>
                </a:rPr>
                <a:t>4</a:t>
              </a:r>
            </a:p>
          </p:txBody>
        </p:sp>
        <p:sp>
          <p:nvSpPr>
            <p:cNvPr id="32827" name="Text Box 27"/>
            <p:cNvSpPr txBox="1">
              <a:spLocks noChangeArrowheads="1"/>
            </p:cNvSpPr>
            <p:nvPr/>
          </p:nvSpPr>
          <p:spPr bwMode="auto">
            <a:xfrm>
              <a:off x="1392" y="2160"/>
              <a:ext cx="384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50000"/>
                </a:spcBef>
                <a:buFontTx/>
                <a:buNone/>
              </a:pPr>
              <a:r>
                <a:rPr lang="en-US" sz="2000" b="1" i="1">
                  <a:solidFill>
                    <a:srgbClr val="FF0000"/>
                  </a:solidFill>
                  <a:latin typeface="Times New Roman" panose="02020603050405020304" pitchFamily="18" charset="0"/>
                </a:rPr>
                <a:t>9</a:t>
              </a:r>
            </a:p>
          </p:txBody>
        </p:sp>
        <p:sp>
          <p:nvSpPr>
            <p:cNvPr id="32828" name="Text Box 28"/>
            <p:cNvSpPr txBox="1">
              <a:spLocks noChangeArrowheads="1"/>
            </p:cNvSpPr>
            <p:nvPr/>
          </p:nvSpPr>
          <p:spPr bwMode="auto">
            <a:xfrm>
              <a:off x="3312" y="1296"/>
              <a:ext cx="384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50000"/>
                </a:spcBef>
                <a:buFontTx/>
                <a:buNone/>
              </a:pPr>
              <a:r>
                <a:rPr lang="en-US" sz="2000" b="1" i="1">
                  <a:solidFill>
                    <a:srgbClr val="FF0000"/>
                  </a:solidFill>
                  <a:latin typeface="Times New Roman" panose="02020603050405020304" pitchFamily="18" charset="0"/>
                </a:rPr>
                <a:t>3</a:t>
              </a:r>
            </a:p>
          </p:txBody>
        </p:sp>
        <p:sp>
          <p:nvSpPr>
            <p:cNvPr id="32829" name="Text Box 29"/>
            <p:cNvSpPr txBox="1">
              <a:spLocks noChangeArrowheads="1"/>
            </p:cNvSpPr>
            <p:nvPr/>
          </p:nvSpPr>
          <p:spPr bwMode="auto">
            <a:xfrm>
              <a:off x="2784" y="1680"/>
              <a:ext cx="384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50000"/>
                </a:spcBef>
                <a:buFontTx/>
                <a:buNone/>
              </a:pPr>
              <a:r>
                <a:rPr lang="en-US" sz="2000" b="1" i="1">
                  <a:solidFill>
                    <a:srgbClr val="FF0000"/>
                  </a:solidFill>
                  <a:latin typeface="Times New Roman" panose="02020603050405020304" pitchFamily="18" charset="0"/>
                </a:rPr>
                <a:t>6</a:t>
              </a:r>
            </a:p>
          </p:txBody>
        </p:sp>
        <p:sp>
          <p:nvSpPr>
            <p:cNvPr id="32830" name="Text Box 30"/>
            <p:cNvSpPr txBox="1">
              <a:spLocks noChangeArrowheads="1"/>
            </p:cNvSpPr>
            <p:nvPr/>
          </p:nvSpPr>
          <p:spPr bwMode="auto">
            <a:xfrm>
              <a:off x="3936" y="1680"/>
              <a:ext cx="384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50000"/>
                </a:spcBef>
                <a:buFontTx/>
                <a:buNone/>
              </a:pPr>
              <a:r>
                <a:rPr lang="en-US" sz="2000" b="1" i="1">
                  <a:solidFill>
                    <a:srgbClr val="FF0000"/>
                  </a:solidFill>
                  <a:latin typeface="Times New Roman" panose="02020603050405020304" pitchFamily="18" charset="0"/>
                </a:rPr>
                <a:t>7</a:t>
              </a:r>
            </a:p>
          </p:txBody>
        </p:sp>
        <p:sp>
          <p:nvSpPr>
            <p:cNvPr id="32831" name="Text Box 31"/>
            <p:cNvSpPr txBox="1">
              <a:spLocks noChangeArrowheads="1"/>
            </p:cNvSpPr>
            <p:nvPr/>
          </p:nvSpPr>
          <p:spPr bwMode="auto">
            <a:xfrm>
              <a:off x="1824" y="2160"/>
              <a:ext cx="384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50000"/>
                </a:spcBef>
                <a:buFontTx/>
                <a:buNone/>
              </a:pPr>
              <a:r>
                <a:rPr lang="en-US" sz="2000" b="1" i="1">
                  <a:solidFill>
                    <a:srgbClr val="FF0000"/>
                  </a:solidFill>
                  <a:latin typeface="Times New Roman" panose="02020603050405020304" pitchFamily="18" charset="0"/>
                </a:rPr>
                <a:t>10</a:t>
              </a:r>
            </a:p>
          </p:txBody>
        </p:sp>
        <p:sp>
          <p:nvSpPr>
            <p:cNvPr id="32832" name="Text Box 32"/>
            <p:cNvSpPr txBox="1">
              <a:spLocks noChangeArrowheads="1"/>
            </p:cNvSpPr>
            <p:nvPr/>
          </p:nvSpPr>
          <p:spPr bwMode="auto">
            <a:xfrm>
              <a:off x="1632" y="1296"/>
              <a:ext cx="384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50000"/>
                </a:spcBef>
                <a:buFontTx/>
                <a:buNone/>
              </a:pPr>
              <a:r>
                <a:rPr lang="en-US" sz="2000" b="1" i="1">
                  <a:solidFill>
                    <a:srgbClr val="FF0000"/>
                  </a:solidFill>
                  <a:latin typeface="Times New Roman" panose="02020603050405020304" pitchFamily="18" charset="0"/>
                </a:rPr>
                <a:t>2</a:t>
              </a:r>
            </a:p>
          </p:txBody>
        </p:sp>
      </p:grpSp>
      <p:sp>
        <p:nvSpPr>
          <p:cNvPr id="22562" name="Text Box 34"/>
          <p:cNvSpPr txBox="1">
            <a:spLocks noChangeArrowheads="1"/>
          </p:cNvSpPr>
          <p:nvPr/>
        </p:nvSpPr>
        <p:spPr bwMode="auto">
          <a:xfrm>
            <a:off x="3276600" y="4800601"/>
            <a:ext cx="662940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50000"/>
              </a:spcBef>
              <a:buFontTx/>
              <a:buNone/>
            </a:pPr>
            <a:r>
              <a:rPr lang="en-US" sz="2000" b="1" i="1">
                <a:solidFill>
                  <a:srgbClr val="FF0000"/>
                </a:solidFill>
                <a:latin typeface="Times New Roman" panose="02020603050405020304" pitchFamily="18" charset="0"/>
              </a:rPr>
              <a:t>1         2          3      4          5         6      7        8        9         10</a:t>
            </a:r>
          </a:p>
        </p:txBody>
      </p:sp>
      <p:sp>
        <p:nvSpPr>
          <p:cNvPr id="22622" name="AutoShape 94"/>
          <p:cNvSpPr>
            <a:spLocks noChangeArrowheads="1"/>
          </p:cNvSpPr>
          <p:nvPr/>
        </p:nvSpPr>
        <p:spPr bwMode="auto">
          <a:xfrm>
            <a:off x="5638800" y="4419600"/>
            <a:ext cx="533400" cy="457200"/>
          </a:xfrm>
          <a:prstGeom prst="downArrow">
            <a:avLst>
              <a:gd name="adj1" fmla="val 50000"/>
              <a:gd name="adj2" fmla="val 25000"/>
            </a:avLst>
          </a:prstGeom>
          <a:solidFill>
            <a:schemeClr val="tx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endParaRPr lang="en-US" sz="2400">
              <a:latin typeface="Tahoma" panose="020B0604030504040204" pitchFamily="34" charset="0"/>
            </a:endParaRPr>
          </a:p>
        </p:txBody>
      </p:sp>
      <p:sp>
        <p:nvSpPr>
          <p:cNvPr id="17441" name="Text Box 95"/>
          <p:cNvSpPr txBox="1">
            <a:spLocks noChangeArrowheads="1"/>
          </p:cNvSpPr>
          <p:nvPr/>
        </p:nvSpPr>
        <p:spPr bwMode="auto">
          <a:xfrm>
            <a:off x="8839200" y="3276601"/>
            <a:ext cx="1524000" cy="461963"/>
          </a:xfrm>
          <a:prstGeom prst="rect">
            <a:avLst/>
          </a:prstGeom>
          <a:solidFill>
            <a:srgbClr val="FFFF99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defRPr/>
            </a:pPr>
            <a:r>
              <a:rPr lang="en-US" dirty="0">
                <a:latin typeface="+mn-lt"/>
              </a:rPr>
              <a:t>Max Heap</a:t>
            </a:r>
          </a:p>
        </p:txBody>
      </p:sp>
      <p:sp>
        <p:nvSpPr>
          <p:cNvPr id="22624" name="Text Box 96"/>
          <p:cNvSpPr txBox="1">
            <a:spLocks noChangeArrowheads="1"/>
          </p:cNvSpPr>
          <p:nvPr/>
        </p:nvSpPr>
        <p:spPr bwMode="auto">
          <a:xfrm>
            <a:off x="8839200" y="5791200"/>
            <a:ext cx="1066800" cy="528638"/>
          </a:xfrm>
          <a:prstGeom prst="rect">
            <a:avLst/>
          </a:prstGeom>
          <a:solidFill>
            <a:srgbClr val="FFFF99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defRPr/>
            </a:pPr>
            <a:r>
              <a:rPr lang="en-US" sz="2800" dirty="0">
                <a:latin typeface="+mn-lt"/>
              </a:rPr>
              <a:t>Array</a:t>
            </a:r>
          </a:p>
        </p:txBody>
      </p:sp>
      <p:sp>
        <p:nvSpPr>
          <p:cNvPr id="22625" name="Text Box 97"/>
          <p:cNvSpPr txBox="1">
            <a:spLocks noChangeArrowheads="1"/>
          </p:cNvSpPr>
          <p:nvPr/>
        </p:nvSpPr>
        <p:spPr bwMode="auto">
          <a:xfrm>
            <a:off x="2590800" y="4724401"/>
            <a:ext cx="6096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50000"/>
              </a:spcBef>
              <a:buFontTx/>
              <a:buNone/>
            </a:pPr>
            <a:r>
              <a:rPr lang="en-US" b="1">
                <a:latin typeface="Times New Roman" panose="02020603050405020304" pitchFamily="18" charset="0"/>
              </a:rPr>
              <a:t>A</a:t>
            </a:r>
          </a:p>
        </p:txBody>
      </p:sp>
      <p:sp>
        <p:nvSpPr>
          <p:cNvPr id="32803" name="Text Box 98"/>
          <p:cNvSpPr txBox="1">
            <a:spLocks noChangeArrowheads="1"/>
          </p:cNvSpPr>
          <p:nvPr/>
        </p:nvSpPr>
        <p:spPr bwMode="auto">
          <a:xfrm>
            <a:off x="2895600" y="2281238"/>
            <a:ext cx="1047750" cy="7667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20000"/>
              </a:spcBef>
              <a:buClr>
                <a:schemeClr val="accent1"/>
              </a:buClr>
              <a:buSzPct val="80000"/>
              <a:buFont typeface="Wingdings" panose="05000000000000000000" pitchFamily="2" charset="2"/>
              <a:buNone/>
            </a:pPr>
            <a:r>
              <a:rPr lang="en-US" sz="1800" b="1">
                <a:latin typeface="Times New Roman" panose="02020603050405020304" pitchFamily="18" charset="0"/>
              </a:rPr>
              <a:t>Example</a:t>
            </a:r>
          </a:p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endParaRPr lang="en-US">
              <a:latin typeface="Times New Roman" panose="02020603050405020304" pitchFamily="18" charset="0"/>
            </a:endParaRP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BB55FCA3-8973-FA09-5371-4E3244A69FBB}"/>
                  </a:ext>
                </a:extLst>
              </p14:cNvPr>
              <p14:cNvContentPartPr/>
              <p14:nvPr/>
            </p14:nvContentPartPr>
            <p14:xfrm>
              <a:off x="3464640" y="2365920"/>
              <a:ext cx="2167200" cy="3295440"/>
            </p14:xfrm>
          </p:contentPart>
        </mc:Choice>
        <mc:Fallback xmlns=""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BB55FCA3-8973-FA09-5371-4E3244A69FBB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3455280" y="2356560"/>
                <a:ext cx="2185920" cy="331416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6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26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26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0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6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226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26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5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6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226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226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2256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2256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6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6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226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226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562" grpId="0" autoUpdateAnimBg="0"/>
      <p:bldP spid="22622" grpId="0" animBg="1"/>
      <p:bldP spid="22624" grpId="0" animBg="1" autoUpdateAnimBg="0"/>
      <p:bldP spid="22625" grpId="0" autoUpdateAnimBg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Rectangle 2"/>
          <p:cNvSpPr>
            <a:spLocks noGrp="1" noChangeArrowheads="1"/>
          </p:cNvSpPr>
          <p:nvPr>
            <p:ph type="title"/>
          </p:nvPr>
        </p:nvSpPr>
        <p:spPr>
          <a:xfrm>
            <a:off x="1752600" y="304800"/>
            <a:ext cx="7772400" cy="990600"/>
          </a:xfrm>
        </p:spPr>
        <p:txBody>
          <a:bodyPr/>
          <a:lstStyle/>
          <a:p>
            <a:pPr eaLnBrk="1" hangingPunct="1"/>
            <a:r>
              <a:rPr lang="en-US"/>
              <a:t>Heaps (contd.)</a:t>
            </a:r>
          </a:p>
        </p:txBody>
      </p:sp>
      <p:sp>
        <p:nvSpPr>
          <p:cNvPr id="18437" name="Rectangle 3"/>
          <p:cNvSpPr>
            <a:spLocks noGrp="1" noChangeArrowheads="1"/>
          </p:cNvSpPr>
          <p:nvPr>
            <p:ph idx="1"/>
          </p:nvPr>
        </p:nvSpPr>
        <p:spPr>
          <a:xfrm>
            <a:off x="1676400" y="1828800"/>
            <a:ext cx="8458200" cy="5791200"/>
          </a:xfrm>
        </p:spPr>
        <p:txBody>
          <a:bodyPr rtlCol="0">
            <a:normAutofit/>
          </a:bodyPr>
          <a:lstStyle/>
          <a:p>
            <a:pPr marL="0" indent="0" eaLnBrk="1" fontAlgn="auto" hangingPunct="1">
              <a:spcAft>
                <a:spcPts val="0"/>
              </a:spcAft>
              <a:buNone/>
              <a:defRPr/>
            </a:pPr>
            <a:r>
              <a:rPr lang="en-US" sz="2000" dirty="0"/>
              <a:t>After representing a heap using an array </a:t>
            </a:r>
            <a:r>
              <a:rPr lang="en-US" sz="2000" b="1" dirty="0"/>
              <a:t>A</a:t>
            </a:r>
            <a:endParaRPr lang="en-US" sz="2000" dirty="0"/>
          </a:p>
          <a:p>
            <a:pPr eaLnBrk="1" fontAlgn="auto" hangingPunct="1">
              <a:spcAft>
                <a:spcPts val="0"/>
              </a:spcAft>
              <a:defRPr/>
            </a:pPr>
            <a:r>
              <a:rPr lang="en-US" sz="2000" dirty="0"/>
              <a:t> 	Root of the tree is </a:t>
            </a:r>
            <a:r>
              <a:rPr lang="en-US" sz="2000" b="1" dirty="0">
                <a:solidFill>
                  <a:srgbClr val="CC0000"/>
                </a:solidFill>
              </a:rPr>
              <a:t>A[1]</a:t>
            </a:r>
          </a:p>
          <a:p>
            <a:pPr marL="0" indent="0" eaLnBrk="1" fontAlgn="auto" hangingPunct="1">
              <a:spcAft>
                <a:spcPts val="0"/>
              </a:spcAft>
              <a:buNone/>
              <a:defRPr/>
            </a:pPr>
            <a:endParaRPr lang="en-US" sz="2400" dirty="0"/>
          </a:p>
          <a:p>
            <a:pPr marL="0" indent="0" eaLnBrk="1" fontAlgn="auto" hangingPunct="1">
              <a:spcAft>
                <a:spcPts val="0"/>
              </a:spcAft>
              <a:buNone/>
              <a:defRPr/>
            </a:pPr>
            <a:r>
              <a:rPr lang="en-US" sz="2400" dirty="0"/>
              <a:t>Given node with index </a:t>
            </a:r>
            <a:r>
              <a:rPr lang="en-US" sz="2400" i="1" dirty="0" err="1"/>
              <a:t>i</a:t>
            </a:r>
            <a:r>
              <a:rPr lang="en-US" sz="2400" dirty="0"/>
              <a:t>,</a:t>
            </a:r>
          </a:p>
          <a:p>
            <a:pPr eaLnBrk="1" fontAlgn="auto" hangingPunct="1">
              <a:spcAft>
                <a:spcPts val="0"/>
              </a:spcAft>
              <a:defRPr/>
            </a:pPr>
            <a:r>
              <a:rPr lang="en-US" sz="2400" dirty="0"/>
              <a:t>	</a:t>
            </a:r>
            <a:r>
              <a:rPr lang="en-US" sz="2400" b="1" i="1" dirty="0">
                <a:solidFill>
                  <a:srgbClr val="CC0000"/>
                </a:solidFill>
              </a:rPr>
              <a:t>PARENT(</a:t>
            </a:r>
            <a:r>
              <a:rPr lang="en-US" sz="2400" b="1" i="1" dirty="0" err="1">
                <a:solidFill>
                  <a:srgbClr val="CC0000"/>
                </a:solidFill>
              </a:rPr>
              <a:t>i</a:t>
            </a:r>
            <a:r>
              <a:rPr lang="en-US" sz="2400" b="1" i="1" dirty="0">
                <a:solidFill>
                  <a:srgbClr val="CC0000"/>
                </a:solidFill>
              </a:rPr>
              <a:t>)</a:t>
            </a:r>
            <a:r>
              <a:rPr lang="en-US" sz="2400" dirty="0"/>
              <a:t> is the index of parent of </a:t>
            </a:r>
            <a:r>
              <a:rPr lang="en-US" sz="2400" b="1" i="1" dirty="0" err="1">
                <a:solidFill>
                  <a:srgbClr val="CC0000"/>
                </a:solidFill>
              </a:rPr>
              <a:t>i</a:t>
            </a:r>
            <a:r>
              <a:rPr lang="en-US" sz="2400" dirty="0"/>
              <a:t>; </a:t>
            </a:r>
          </a:p>
          <a:p>
            <a:pPr eaLnBrk="1" fontAlgn="auto" hangingPunct="1">
              <a:spcAft>
                <a:spcPts val="0"/>
              </a:spcAft>
              <a:buNone/>
              <a:defRPr/>
            </a:pPr>
            <a:r>
              <a:rPr lang="en-US" sz="2400" b="1" i="1" dirty="0"/>
              <a:t>                                 PARENT(</a:t>
            </a:r>
            <a:r>
              <a:rPr lang="en-US" sz="2400" b="1" i="1" dirty="0" err="1"/>
              <a:t>i</a:t>
            </a:r>
            <a:r>
              <a:rPr lang="en-US" sz="2400" b="1" i="1" dirty="0"/>
              <a:t>)</a:t>
            </a:r>
            <a:r>
              <a:rPr lang="en-US" sz="2400" dirty="0"/>
              <a:t> =  </a:t>
            </a:r>
            <a:r>
              <a:rPr lang="en-US" sz="2400" b="1" dirty="0">
                <a:sym typeface="Symbol" panose="05050102010706020507" pitchFamily="18" charset="2"/>
              </a:rPr>
              <a:t></a:t>
            </a:r>
            <a:r>
              <a:rPr lang="en-US" sz="2400" b="1" i="1" dirty="0" err="1"/>
              <a:t>i</a:t>
            </a:r>
            <a:r>
              <a:rPr lang="en-US" sz="2400" b="1" dirty="0"/>
              <a:t>/2</a:t>
            </a:r>
            <a:r>
              <a:rPr lang="en-US" sz="2400" b="1" dirty="0">
                <a:sym typeface="Symbol" panose="05050102010706020507" pitchFamily="18" charset="2"/>
              </a:rPr>
              <a:t></a:t>
            </a:r>
            <a:endParaRPr lang="en-US" sz="2400" b="1" dirty="0"/>
          </a:p>
          <a:p>
            <a:pPr eaLnBrk="1" fontAlgn="auto" hangingPunct="1">
              <a:spcAft>
                <a:spcPts val="0"/>
              </a:spcAft>
              <a:defRPr/>
            </a:pPr>
            <a:r>
              <a:rPr lang="en-US" sz="2400" dirty="0"/>
              <a:t>	</a:t>
            </a:r>
            <a:r>
              <a:rPr lang="en-US" sz="2400" b="1" i="1" dirty="0">
                <a:solidFill>
                  <a:srgbClr val="CC0000"/>
                </a:solidFill>
              </a:rPr>
              <a:t>LEFT_CHILD(</a:t>
            </a:r>
            <a:r>
              <a:rPr lang="en-US" sz="2400" b="1" i="1" dirty="0" err="1">
                <a:solidFill>
                  <a:srgbClr val="CC0000"/>
                </a:solidFill>
              </a:rPr>
              <a:t>i</a:t>
            </a:r>
            <a:r>
              <a:rPr lang="en-US" sz="2400" b="1" i="1" dirty="0">
                <a:solidFill>
                  <a:srgbClr val="CC0000"/>
                </a:solidFill>
              </a:rPr>
              <a:t>)</a:t>
            </a:r>
            <a:r>
              <a:rPr lang="en-US" sz="2400" dirty="0"/>
              <a:t> is the index of left child of </a:t>
            </a:r>
            <a:r>
              <a:rPr lang="en-US" sz="2400" b="1" i="1" dirty="0" err="1">
                <a:solidFill>
                  <a:srgbClr val="CC0000"/>
                </a:solidFill>
              </a:rPr>
              <a:t>i</a:t>
            </a:r>
            <a:r>
              <a:rPr lang="en-US" sz="2400" b="1" dirty="0">
                <a:solidFill>
                  <a:srgbClr val="CC0000"/>
                </a:solidFill>
              </a:rPr>
              <a:t> </a:t>
            </a:r>
            <a:r>
              <a:rPr lang="en-US" sz="2400" dirty="0"/>
              <a:t>;  	   </a:t>
            </a:r>
          </a:p>
          <a:p>
            <a:pPr eaLnBrk="1" fontAlgn="auto" hangingPunct="1">
              <a:spcAft>
                <a:spcPts val="0"/>
              </a:spcAft>
              <a:buNone/>
              <a:defRPr/>
            </a:pPr>
            <a:r>
              <a:rPr lang="en-US" sz="2400" dirty="0"/>
              <a:t>	                            </a:t>
            </a:r>
            <a:r>
              <a:rPr lang="en-US" sz="2400" b="1" i="1" dirty="0"/>
              <a:t>LEFT_CHILD(</a:t>
            </a:r>
            <a:r>
              <a:rPr lang="en-US" sz="2400" b="1" i="1" dirty="0" err="1"/>
              <a:t>i</a:t>
            </a:r>
            <a:r>
              <a:rPr lang="en-US" sz="2400" b="1" i="1" dirty="0"/>
              <a:t>)</a:t>
            </a:r>
            <a:r>
              <a:rPr lang="en-US" sz="2400" b="1" dirty="0"/>
              <a:t> = 2</a:t>
            </a:r>
            <a:r>
              <a:rPr lang="en-US" sz="2400" b="1" dirty="0">
                <a:sym typeface="Symbol" panose="05050102010706020507" pitchFamily="18" charset="2"/>
              </a:rPr>
              <a:t></a:t>
            </a:r>
            <a:r>
              <a:rPr lang="en-US" sz="2400" b="1" i="1" dirty="0"/>
              <a:t>i</a:t>
            </a:r>
            <a:r>
              <a:rPr lang="en-US" sz="2400" dirty="0"/>
              <a:t>	</a:t>
            </a:r>
          </a:p>
          <a:p>
            <a:pPr eaLnBrk="1" fontAlgn="auto" hangingPunct="1">
              <a:spcAft>
                <a:spcPts val="0"/>
              </a:spcAft>
              <a:defRPr/>
            </a:pPr>
            <a:r>
              <a:rPr lang="en-US" sz="2400" dirty="0"/>
              <a:t>	</a:t>
            </a:r>
            <a:r>
              <a:rPr lang="en-US" sz="2400" b="1" i="1" dirty="0">
                <a:solidFill>
                  <a:srgbClr val="CC0000"/>
                </a:solidFill>
              </a:rPr>
              <a:t>RIGHT_CHILD(</a:t>
            </a:r>
            <a:r>
              <a:rPr lang="en-US" sz="2400" b="1" i="1" dirty="0" err="1">
                <a:solidFill>
                  <a:srgbClr val="CC0000"/>
                </a:solidFill>
              </a:rPr>
              <a:t>i</a:t>
            </a:r>
            <a:r>
              <a:rPr lang="en-US" sz="2400" b="1" i="1" dirty="0">
                <a:solidFill>
                  <a:srgbClr val="CC0000"/>
                </a:solidFill>
              </a:rPr>
              <a:t>)</a:t>
            </a:r>
            <a:r>
              <a:rPr lang="en-US" sz="2400" dirty="0"/>
              <a:t> is the index of right child of </a:t>
            </a:r>
            <a:r>
              <a:rPr lang="en-US" sz="2400" b="1" i="1" dirty="0" err="1">
                <a:solidFill>
                  <a:srgbClr val="CC0000"/>
                </a:solidFill>
              </a:rPr>
              <a:t>i</a:t>
            </a:r>
            <a:r>
              <a:rPr lang="en-US" sz="2400" dirty="0"/>
              <a:t>; </a:t>
            </a:r>
          </a:p>
          <a:p>
            <a:pPr eaLnBrk="1" fontAlgn="auto" hangingPunct="1">
              <a:spcAft>
                <a:spcPts val="0"/>
              </a:spcAft>
              <a:buNone/>
              <a:defRPr/>
            </a:pPr>
            <a:r>
              <a:rPr lang="en-US" sz="2400" dirty="0"/>
              <a:t>	                            </a:t>
            </a:r>
            <a:r>
              <a:rPr lang="en-US" sz="2400" b="1" i="1" dirty="0"/>
              <a:t>RIGHT_CHILD(</a:t>
            </a:r>
            <a:r>
              <a:rPr lang="en-US" sz="2400" b="1" i="1" dirty="0" err="1"/>
              <a:t>i</a:t>
            </a:r>
            <a:r>
              <a:rPr lang="en-US" sz="2400" b="1" i="1" dirty="0"/>
              <a:t>)</a:t>
            </a:r>
            <a:r>
              <a:rPr lang="en-US" sz="2400" dirty="0"/>
              <a:t> = 2</a:t>
            </a:r>
            <a:r>
              <a:rPr lang="en-US" sz="2400" dirty="0">
                <a:sym typeface="Symbol" panose="05050102010706020507" pitchFamily="18" charset="2"/>
              </a:rPr>
              <a:t></a:t>
            </a:r>
            <a:r>
              <a:rPr lang="en-US" sz="2400" i="1" dirty="0"/>
              <a:t>i</a:t>
            </a:r>
            <a:r>
              <a:rPr lang="en-US" sz="2400" dirty="0"/>
              <a:t> +1</a:t>
            </a:r>
          </a:p>
          <a:p>
            <a:pPr marL="0" indent="0" eaLnBrk="1" fontAlgn="auto" hangingPunct="1">
              <a:spcAft>
                <a:spcPts val="0"/>
              </a:spcAft>
              <a:buNone/>
              <a:defRPr/>
            </a:pPr>
            <a:endParaRPr lang="en-US" sz="2000" dirty="0"/>
          </a:p>
        </p:txBody>
      </p:sp>
      <p:sp>
        <p:nvSpPr>
          <p:cNvPr id="33796" name="Slide Number Placeholder 5"/>
          <p:cNvSpPr>
            <a:spLocks noGrp="1"/>
          </p:cNvSpPr>
          <p:nvPr>
            <p:ph type="sldNum" sz="quarter" idx="12"/>
          </p:nvPr>
        </p:nvSpPr>
        <p:spPr bwMode="auto">
          <a:xfrm>
            <a:off x="8948738" y="6459539"/>
            <a:ext cx="984250" cy="3651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fld id="{90D43BB8-945A-4B60-9550-62D7CAFAF281}" type="slidenum">
              <a:rPr lang="en-US" sz="800">
                <a:latin typeface="Tahoma" panose="020B0604030504040204" pitchFamily="34" charset="0"/>
              </a:rPr>
              <a:pPr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t>8</a:t>
            </a:fld>
            <a:endParaRPr lang="en-US" sz="800">
              <a:latin typeface="Tahoma" panose="020B0604030504040204" pitchFamily="34" charset="0"/>
            </a:endParaRPr>
          </a:p>
        </p:txBody>
      </p:sp>
      <p:pic>
        <p:nvPicPr>
          <p:cNvPr id="33797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67463" y="2209801"/>
            <a:ext cx="3803650" cy="485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843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843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843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 nodeType="clickPar">
                      <p:stCondLst>
                        <p:cond delay="indefinite"/>
                      </p:stCondLst>
                      <p:childTnLst>
                        <p:par>
                          <p:cTn id="1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1843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1843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1843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1843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1843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1843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 nodeType="clickPar">
                      <p:stCondLst>
                        <p:cond delay="indefinite"/>
                      </p:stCondLst>
                      <p:childTnLst>
                        <p:par>
                          <p:cTn id="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1843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1843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1843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1000"/>
                                        <p:tgtEl>
                                          <p:spTgt spid="1843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1843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1843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 nodeType="clickPar">
                      <p:stCondLst>
                        <p:cond delay="indefinite"/>
                      </p:stCondLst>
                      <p:childTnLst>
                        <p:par>
                          <p:cTn id="3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6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1000"/>
                                        <p:tgtEl>
                                          <p:spTgt spid="1843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1843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1843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1000"/>
                                        <p:tgtEl>
                                          <p:spTgt spid="1843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1843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1843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Rectangle 2"/>
          <p:cNvSpPr>
            <a:spLocks noGrp="1" noChangeArrowheads="1"/>
          </p:cNvSpPr>
          <p:nvPr>
            <p:ph type="title"/>
          </p:nvPr>
        </p:nvSpPr>
        <p:spPr>
          <a:xfrm>
            <a:off x="1828800" y="533400"/>
            <a:ext cx="4554538" cy="1143000"/>
          </a:xfrm>
        </p:spPr>
        <p:txBody>
          <a:bodyPr/>
          <a:lstStyle/>
          <a:p>
            <a:pPr eaLnBrk="1" hangingPunct="1"/>
            <a:r>
              <a:rPr lang="en-US"/>
              <a:t>Heap Algorithms</a:t>
            </a:r>
          </a:p>
        </p:txBody>
      </p:sp>
      <p:sp>
        <p:nvSpPr>
          <p:cNvPr id="34819" name="Rectangle 3"/>
          <p:cNvSpPr>
            <a:spLocks noGrp="1" noChangeArrowheads="1"/>
          </p:cNvSpPr>
          <p:nvPr>
            <p:ph idx="1"/>
          </p:nvPr>
        </p:nvSpPr>
        <p:spPr>
          <a:xfrm>
            <a:off x="2590800" y="1752600"/>
            <a:ext cx="7772400" cy="4572000"/>
          </a:xfrm>
        </p:spPr>
        <p:txBody>
          <a:bodyPr/>
          <a:lstStyle/>
          <a:p>
            <a:pPr eaLnBrk="1" hangingPunct="1"/>
            <a:r>
              <a:rPr lang="en-US" sz="2400" b="1">
                <a:solidFill>
                  <a:schemeClr val="tx2"/>
                </a:solidFill>
              </a:rPr>
              <a:t>MAX_HEAPIFY</a:t>
            </a:r>
            <a:r>
              <a:rPr lang="en-US" sz="2400"/>
              <a:t>: 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sz="2400"/>
              <a:t>    To maintain max-heap property</a:t>
            </a:r>
          </a:p>
          <a:p>
            <a:pPr eaLnBrk="1" hangingPunct="1">
              <a:buFont typeface="Wingdings" panose="05000000000000000000" pitchFamily="2" charset="2"/>
              <a:buNone/>
            </a:pPr>
            <a:endParaRPr lang="en-US" sz="2400"/>
          </a:p>
          <a:p>
            <a:pPr eaLnBrk="1" hangingPunct="1">
              <a:buFont typeface="Wingdings" panose="05000000000000000000" pitchFamily="2" charset="2"/>
              <a:buNone/>
            </a:pPr>
            <a:endParaRPr lang="en-US" sz="2400"/>
          </a:p>
          <a:p>
            <a:pPr eaLnBrk="1" hangingPunct="1"/>
            <a:r>
              <a:rPr lang="en-US" sz="2400" b="1">
                <a:solidFill>
                  <a:schemeClr val="tx2"/>
                </a:solidFill>
              </a:rPr>
              <a:t>BUILD_MAX_HEAP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sz="2400"/>
              <a:t>    To build max-heap from an unsorted input array</a:t>
            </a:r>
          </a:p>
          <a:p>
            <a:pPr eaLnBrk="1" hangingPunct="1"/>
            <a:endParaRPr lang="en-US" sz="2400" b="1">
              <a:solidFill>
                <a:schemeClr val="tx2"/>
              </a:solidFill>
            </a:endParaRPr>
          </a:p>
          <a:p>
            <a:pPr eaLnBrk="1" hangingPunct="1"/>
            <a:r>
              <a:rPr lang="en-US" sz="2400" b="1">
                <a:solidFill>
                  <a:schemeClr val="tx2"/>
                </a:solidFill>
              </a:rPr>
              <a:t>HEAPSORT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sz="2400"/>
              <a:t>    Sorts an array in place.</a:t>
            </a:r>
          </a:p>
        </p:txBody>
      </p:sp>
      <p:sp>
        <p:nvSpPr>
          <p:cNvPr id="34820" name="Slide Number Placeholder 5"/>
          <p:cNvSpPr>
            <a:spLocks noGrp="1"/>
          </p:cNvSpPr>
          <p:nvPr>
            <p:ph type="sldNum" sz="quarter" idx="12"/>
          </p:nvPr>
        </p:nvSpPr>
        <p:spPr bwMode="auto">
          <a:xfrm>
            <a:off x="8948738" y="6459539"/>
            <a:ext cx="984250" cy="3651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fld id="{E3BEBA35-9A9D-4384-82E4-D56D9FE7FE9A}" type="slidenum">
              <a:rPr lang="en-US" sz="800">
                <a:latin typeface="Tahoma" panose="020B0604030504040204" pitchFamily="34" charset="0"/>
              </a:rPr>
              <a:pPr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t>9</a:t>
            </a:fld>
            <a:endParaRPr lang="en-US" sz="800">
              <a:latin typeface="Tahoma" panose="020B0604030504040204" pitchFamily="34" charset="0"/>
            </a:endParaRPr>
          </a:p>
        </p:txBody>
      </p:sp>
      <p:sp>
        <p:nvSpPr>
          <p:cNvPr id="27652" name="Text Box 4"/>
          <p:cNvSpPr txBox="1">
            <a:spLocks noChangeArrowheads="1"/>
          </p:cNvSpPr>
          <p:nvPr/>
        </p:nvSpPr>
        <p:spPr bwMode="auto">
          <a:xfrm>
            <a:off x="3657600" y="2743201"/>
            <a:ext cx="3352800" cy="523875"/>
          </a:xfrm>
          <a:prstGeom prst="rect">
            <a:avLst/>
          </a:prstGeom>
          <a:solidFill>
            <a:srgbClr val="CCFF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spcBef>
                <a:spcPct val="20000"/>
              </a:spcBef>
              <a:buClr>
                <a:schemeClr val="accent1"/>
              </a:buClr>
              <a:buSzPct val="80000"/>
              <a:buFont typeface="Wingdings" panose="05000000000000000000" pitchFamily="2" charset="2"/>
              <a:buNone/>
              <a:defRPr/>
            </a:pPr>
            <a:r>
              <a:rPr lang="en-US" sz="2800" b="1" dirty="0">
                <a:latin typeface="+mn-lt"/>
              </a:rPr>
              <a:t>A[</a:t>
            </a:r>
            <a:r>
              <a:rPr lang="en-US" sz="2800" b="1" i="1" dirty="0">
                <a:latin typeface="+mn-lt"/>
              </a:rPr>
              <a:t>PARENT</a:t>
            </a:r>
            <a:r>
              <a:rPr lang="en-US" sz="2800" b="1" dirty="0">
                <a:latin typeface="+mn-lt"/>
              </a:rPr>
              <a:t>(</a:t>
            </a:r>
            <a:r>
              <a:rPr lang="en-US" sz="2800" b="1" i="1" dirty="0" err="1">
                <a:latin typeface="+mn-lt"/>
              </a:rPr>
              <a:t>i</a:t>
            </a:r>
            <a:r>
              <a:rPr lang="en-US" sz="2800" b="1" dirty="0">
                <a:latin typeface="+mn-lt"/>
              </a:rPr>
              <a:t>)] </a:t>
            </a:r>
            <a:r>
              <a:rPr lang="en-US" sz="2800" b="1" dirty="0">
                <a:latin typeface="+mn-lt"/>
                <a:sym typeface="Symbol" panose="05050102010706020507" pitchFamily="18" charset="2"/>
              </a:rPr>
              <a:t></a:t>
            </a:r>
            <a:r>
              <a:rPr lang="en-US" sz="2800" b="1" dirty="0">
                <a:latin typeface="+mn-lt"/>
              </a:rPr>
              <a:t> A[</a:t>
            </a:r>
            <a:r>
              <a:rPr lang="en-US" sz="2800" b="1" i="1" dirty="0" err="1">
                <a:latin typeface="+mn-lt"/>
              </a:rPr>
              <a:t>i</a:t>
            </a:r>
            <a:r>
              <a:rPr lang="en-US" sz="2800" b="1" dirty="0">
                <a:latin typeface="+mn-lt"/>
              </a:rPr>
              <a:t>]</a:t>
            </a:r>
            <a:endParaRPr lang="en-US" sz="2800" dirty="0">
              <a:latin typeface="+mn-lt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4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7" dur="1" fill="hold"/>
                                        <p:tgtEl>
                                          <p:spTgt spid="27652"/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652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Rectangle 2"/>
          <p:cNvSpPr>
            <a:spLocks noGrp="1" noChangeArrowheads="1"/>
          </p:cNvSpPr>
          <p:nvPr>
            <p:ph type="title"/>
          </p:nvPr>
        </p:nvSpPr>
        <p:spPr>
          <a:xfrm>
            <a:off x="1981200" y="381000"/>
            <a:ext cx="7772400" cy="914400"/>
          </a:xfrm>
        </p:spPr>
        <p:txBody>
          <a:bodyPr/>
          <a:lstStyle/>
          <a:p>
            <a:pPr eaLnBrk="1" hangingPunct="1"/>
            <a:r>
              <a:rPr lang="en-US"/>
              <a:t>MAX_HEAPIFY</a:t>
            </a:r>
          </a:p>
        </p:txBody>
      </p:sp>
      <p:sp>
        <p:nvSpPr>
          <p:cNvPr id="28675" name="Rectangle 3"/>
          <p:cNvSpPr>
            <a:spLocks noGrp="1" noChangeArrowheads="1"/>
          </p:cNvSpPr>
          <p:nvPr>
            <p:ph idx="1"/>
          </p:nvPr>
        </p:nvSpPr>
        <p:spPr>
          <a:xfrm>
            <a:off x="1905000" y="1676400"/>
            <a:ext cx="7772400" cy="4572000"/>
          </a:xfrm>
        </p:spPr>
        <p:txBody>
          <a:bodyPr rtlCol="0">
            <a:normAutofit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sz="2000" dirty="0"/>
              <a:t>The MAX_HEAPIFY algorithm checks the heap elements for violation of the heap property and restores max-heap property;</a:t>
            </a:r>
          </a:p>
          <a:p>
            <a:pPr eaLnBrk="1" fontAlgn="auto" hangingPunct="1">
              <a:spcAft>
                <a:spcPts val="0"/>
              </a:spcAft>
              <a:defRPr/>
            </a:pPr>
            <a:endParaRPr lang="en-US" sz="2000" dirty="0"/>
          </a:p>
          <a:p>
            <a:pPr eaLnBrk="1" fontAlgn="auto" hangingPunct="1">
              <a:spcAft>
                <a:spcPts val="0"/>
              </a:spcAft>
              <a:defRPr/>
            </a:pPr>
            <a:endParaRPr lang="en-US" sz="2000" dirty="0"/>
          </a:p>
          <a:p>
            <a:pPr eaLnBrk="1" fontAlgn="auto" hangingPunct="1">
              <a:spcAft>
                <a:spcPts val="0"/>
              </a:spcAft>
              <a:defRPr/>
            </a:pPr>
            <a:r>
              <a:rPr lang="en-US" sz="2000" b="1" dirty="0"/>
              <a:t>Input</a:t>
            </a:r>
            <a:r>
              <a:rPr lang="en-US" sz="2000" dirty="0"/>
              <a:t>: An array </a:t>
            </a:r>
            <a:r>
              <a:rPr lang="en-US" sz="2000" dirty="0">
                <a:solidFill>
                  <a:srgbClr val="FF0000"/>
                </a:solidFill>
              </a:rPr>
              <a:t>A</a:t>
            </a:r>
            <a:r>
              <a:rPr lang="en-US" sz="2000" dirty="0"/>
              <a:t> and index </a:t>
            </a:r>
            <a:r>
              <a:rPr lang="en-US" sz="2000" i="1" dirty="0" err="1"/>
              <a:t>i</a:t>
            </a:r>
            <a:r>
              <a:rPr lang="en-US" sz="2000" dirty="0"/>
              <a:t> to the array. </a:t>
            </a:r>
            <a:r>
              <a:rPr lang="en-US" sz="2000" i="1" dirty="0" err="1"/>
              <a:t>i</a:t>
            </a:r>
            <a:r>
              <a:rPr lang="en-US" sz="2000" dirty="0"/>
              <a:t> =1 if we want to </a:t>
            </a:r>
            <a:r>
              <a:rPr lang="en-US" sz="2000" dirty="0" err="1"/>
              <a:t>heapify</a:t>
            </a:r>
            <a:r>
              <a:rPr lang="en-US" sz="2000" dirty="0"/>
              <a:t> the whole tree. </a:t>
            </a:r>
            <a:r>
              <a:rPr lang="en-US" sz="2000" dirty="0" err="1"/>
              <a:t>Subtrees</a:t>
            </a:r>
            <a:r>
              <a:rPr lang="en-US" sz="2000" dirty="0"/>
              <a:t> rooted at </a:t>
            </a:r>
            <a:r>
              <a:rPr lang="en-US" sz="2000" i="1" dirty="0"/>
              <a:t>LEFT_CHILD(</a:t>
            </a:r>
            <a:r>
              <a:rPr lang="en-US" sz="2000" i="1" dirty="0" err="1"/>
              <a:t>i</a:t>
            </a:r>
            <a:r>
              <a:rPr lang="en-US" sz="2000" i="1" dirty="0"/>
              <a:t>)</a:t>
            </a:r>
            <a:r>
              <a:rPr lang="en-US" sz="2000" dirty="0"/>
              <a:t> and </a:t>
            </a:r>
            <a:r>
              <a:rPr lang="en-US" sz="2000" i="1" dirty="0"/>
              <a:t>RIGHT_CHILD(</a:t>
            </a:r>
            <a:r>
              <a:rPr lang="en-US" sz="2000" i="1" dirty="0" err="1"/>
              <a:t>i</a:t>
            </a:r>
            <a:r>
              <a:rPr lang="en-US" sz="2000" i="1" dirty="0"/>
              <a:t>)</a:t>
            </a:r>
            <a:r>
              <a:rPr lang="en-US" sz="2000" dirty="0"/>
              <a:t> are heaps</a:t>
            </a:r>
          </a:p>
          <a:p>
            <a:pPr eaLnBrk="1" fontAlgn="auto" hangingPunct="1">
              <a:spcAft>
                <a:spcPts val="0"/>
              </a:spcAft>
              <a:defRPr/>
            </a:pPr>
            <a:endParaRPr lang="en-US" sz="2000" b="1" dirty="0"/>
          </a:p>
          <a:p>
            <a:pPr eaLnBrk="1" fontAlgn="auto" hangingPunct="1">
              <a:spcAft>
                <a:spcPts val="0"/>
              </a:spcAft>
              <a:defRPr/>
            </a:pPr>
            <a:r>
              <a:rPr lang="en-US" sz="2000" b="1" dirty="0"/>
              <a:t>Output</a:t>
            </a:r>
            <a:r>
              <a:rPr lang="en-US" sz="2000" dirty="0"/>
              <a:t>: The elements of array </a:t>
            </a:r>
            <a:r>
              <a:rPr lang="en-US" sz="2000" dirty="0">
                <a:solidFill>
                  <a:srgbClr val="FF0000"/>
                </a:solidFill>
              </a:rPr>
              <a:t>A</a:t>
            </a:r>
            <a:r>
              <a:rPr lang="en-US" sz="2000" dirty="0"/>
              <a:t> forming </a:t>
            </a:r>
            <a:r>
              <a:rPr lang="en-US" sz="2000" dirty="0" err="1"/>
              <a:t>subtree</a:t>
            </a:r>
            <a:r>
              <a:rPr lang="en-US" sz="2000" dirty="0"/>
              <a:t> rooted at </a:t>
            </a:r>
            <a:r>
              <a:rPr lang="en-US" sz="2000" i="1" dirty="0" err="1"/>
              <a:t>i</a:t>
            </a:r>
            <a:r>
              <a:rPr lang="en-US" sz="2000" dirty="0"/>
              <a:t> satisfy the heap property.</a:t>
            </a:r>
          </a:p>
          <a:p>
            <a:pPr marL="0" indent="0" eaLnBrk="1" fontAlgn="auto" hangingPunct="1">
              <a:spcAft>
                <a:spcPts val="0"/>
              </a:spcAft>
              <a:buNone/>
              <a:defRPr/>
            </a:pPr>
            <a:endParaRPr lang="en-US" sz="2000" dirty="0"/>
          </a:p>
        </p:txBody>
      </p:sp>
      <p:sp>
        <p:nvSpPr>
          <p:cNvPr id="35844" name="Slide Number Placeholder 5"/>
          <p:cNvSpPr>
            <a:spLocks noGrp="1"/>
          </p:cNvSpPr>
          <p:nvPr>
            <p:ph type="sldNum" sz="quarter" idx="12"/>
          </p:nvPr>
        </p:nvSpPr>
        <p:spPr bwMode="auto">
          <a:xfrm>
            <a:off x="8948738" y="6459539"/>
            <a:ext cx="984250" cy="3651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fld id="{919B0DD4-4F17-4DBC-AE16-2B63DA202A18}" type="slidenum">
              <a:rPr lang="en-US" sz="800">
                <a:latin typeface="Tahoma" panose="020B0604030504040204" pitchFamily="34" charset="0"/>
              </a:rPr>
              <a:pPr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t>10</a:t>
            </a:fld>
            <a:endParaRPr lang="en-US" sz="800">
              <a:latin typeface="Tahoma" panose="020B0604030504040204" pitchFamily="34" charset="0"/>
            </a:endParaRPr>
          </a:p>
        </p:txBody>
      </p:sp>
      <p:sp>
        <p:nvSpPr>
          <p:cNvPr id="28676" name="Text Box 4"/>
          <p:cNvSpPr txBox="1">
            <a:spLocks noChangeArrowheads="1"/>
          </p:cNvSpPr>
          <p:nvPr/>
        </p:nvSpPr>
        <p:spPr bwMode="auto">
          <a:xfrm>
            <a:off x="3733800" y="2438400"/>
            <a:ext cx="3352800" cy="528638"/>
          </a:xfrm>
          <a:prstGeom prst="rect">
            <a:avLst/>
          </a:prstGeom>
          <a:solidFill>
            <a:srgbClr val="CCFF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20000"/>
              </a:spcBef>
              <a:buClr>
                <a:schemeClr val="accent1"/>
              </a:buClr>
              <a:buSzPct val="80000"/>
              <a:buFont typeface="Wingdings" panose="05000000000000000000" pitchFamily="2" charset="2"/>
              <a:buNone/>
            </a:pPr>
            <a:r>
              <a:rPr lang="en-US" b="1" dirty="0">
                <a:latin typeface="Times New Roman" panose="02020603050405020304" pitchFamily="18" charset="0"/>
              </a:rPr>
              <a:t>A[</a:t>
            </a:r>
            <a:r>
              <a:rPr lang="en-US" b="1" i="1" dirty="0">
                <a:latin typeface="Times New Roman" panose="02020603050405020304" pitchFamily="18" charset="0"/>
              </a:rPr>
              <a:t>P</a:t>
            </a:r>
            <a:r>
              <a:rPr lang="en-US" sz="2400" b="1" i="1" dirty="0">
                <a:latin typeface="Times New Roman" panose="02020603050405020304" pitchFamily="18" charset="0"/>
              </a:rPr>
              <a:t>ARENT</a:t>
            </a:r>
            <a:r>
              <a:rPr lang="en-US" b="1" dirty="0">
                <a:latin typeface="Times New Roman" panose="02020603050405020304" pitchFamily="18" charset="0"/>
              </a:rPr>
              <a:t>(</a:t>
            </a:r>
            <a:r>
              <a:rPr lang="en-US" b="1" i="1" dirty="0" err="1">
                <a:latin typeface="Times New Roman" panose="02020603050405020304" pitchFamily="18" charset="0"/>
              </a:rPr>
              <a:t>i</a:t>
            </a:r>
            <a:r>
              <a:rPr lang="en-US" b="1" dirty="0">
                <a:latin typeface="Times New Roman" panose="02020603050405020304" pitchFamily="18" charset="0"/>
              </a:rPr>
              <a:t>)] </a:t>
            </a:r>
            <a:r>
              <a:rPr lang="en-US" b="1" dirty="0">
                <a:latin typeface="Times New Roman" panose="02020603050405020304" pitchFamily="18" charset="0"/>
                <a:sym typeface="Symbol" panose="05050102010706020507" pitchFamily="18" charset="2"/>
              </a:rPr>
              <a:t></a:t>
            </a:r>
            <a:r>
              <a:rPr lang="en-US" b="1" dirty="0">
                <a:latin typeface="Times New Roman" panose="02020603050405020304" pitchFamily="18" charset="0"/>
              </a:rPr>
              <a:t> A[</a:t>
            </a:r>
            <a:r>
              <a:rPr lang="en-US" b="1" i="1" dirty="0" err="1">
                <a:latin typeface="Times New Roman" panose="02020603050405020304" pitchFamily="18" charset="0"/>
              </a:rPr>
              <a:t>i</a:t>
            </a:r>
            <a:r>
              <a:rPr lang="en-US" b="1" dirty="0">
                <a:latin typeface="Times New Roman" panose="02020603050405020304" pitchFamily="18" charset="0"/>
              </a:rPr>
              <a:t>]</a:t>
            </a:r>
            <a:endParaRPr lang="en-US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867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675" grpId="0" uiExpand="1" build="p" autoUpdateAnimBg="0"/>
      <p:bldP spid="28676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Rectangle 2"/>
          <p:cNvSpPr>
            <a:spLocks noGrp="1" noChangeArrowheads="1"/>
          </p:cNvSpPr>
          <p:nvPr>
            <p:ph type="title"/>
          </p:nvPr>
        </p:nvSpPr>
        <p:spPr>
          <a:xfrm>
            <a:off x="1524000" y="304800"/>
            <a:ext cx="7772400" cy="914400"/>
          </a:xfrm>
        </p:spPr>
        <p:txBody>
          <a:bodyPr/>
          <a:lstStyle/>
          <a:p>
            <a:pPr eaLnBrk="1" hangingPunct="1"/>
            <a:r>
              <a:rPr lang="en-US"/>
              <a:t>Maintaining the Heap Property</a:t>
            </a:r>
          </a:p>
        </p:txBody>
      </p:sp>
      <p:sp>
        <p:nvSpPr>
          <p:cNvPr id="36867" name="Text Box 4"/>
          <p:cNvSpPr>
            <a:spLocks noGrp="1" noChangeArrowheads="1"/>
          </p:cNvSpPr>
          <p:nvPr>
            <p:ph idx="1"/>
          </p:nvPr>
        </p:nvSpPr>
        <p:spPr>
          <a:xfrm>
            <a:off x="1981200" y="1828800"/>
            <a:ext cx="7772400" cy="5029200"/>
          </a:xfrm>
        </p:spPr>
        <p:txBody>
          <a:bodyPr/>
          <a:lstStyle/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sz="2400" b="1">
                <a:solidFill>
                  <a:schemeClr val="tx2"/>
                </a:solidFill>
              </a:rPr>
              <a:t>MAX_HEAPIFY</a:t>
            </a:r>
            <a:r>
              <a:rPr lang="en-US" sz="2400">
                <a:solidFill>
                  <a:schemeClr val="tx2"/>
                </a:solidFill>
              </a:rPr>
              <a:t> (</a:t>
            </a:r>
            <a:r>
              <a:rPr lang="en-US" sz="2400" i="1">
                <a:solidFill>
                  <a:schemeClr val="tx2"/>
                </a:solidFill>
              </a:rPr>
              <a:t>A</a:t>
            </a:r>
            <a:r>
              <a:rPr lang="en-US" sz="2400">
                <a:solidFill>
                  <a:schemeClr val="tx2"/>
                </a:solidFill>
              </a:rPr>
              <a:t>,</a:t>
            </a:r>
            <a:r>
              <a:rPr lang="en-US" sz="2400" i="1">
                <a:solidFill>
                  <a:schemeClr val="tx2"/>
                </a:solidFill>
              </a:rPr>
              <a:t>i</a:t>
            </a:r>
            <a:r>
              <a:rPr lang="en-US" sz="2400">
                <a:solidFill>
                  <a:schemeClr val="tx2"/>
                </a:solidFill>
              </a:rPr>
              <a:t>)</a:t>
            </a:r>
            <a:endParaRPr lang="en-US" sz="2400"/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sz="2400"/>
              <a:t>1.	</a:t>
            </a:r>
            <a:r>
              <a:rPr lang="en-US" sz="2400" i="1"/>
              <a:t>l </a:t>
            </a:r>
            <a:r>
              <a:rPr lang="en-US" sz="2400">
                <a:sym typeface="Symbol" panose="05050102010706020507" pitchFamily="18" charset="2"/>
              </a:rPr>
              <a:t> = </a:t>
            </a:r>
            <a:r>
              <a:rPr lang="en-US" sz="2400"/>
              <a:t>LEFT(</a:t>
            </a:r>
            <a:r>
              <a:rPr lang="en-US" sz="2400" i="1"/>
              <a:t>i</a:t>
            </a:r>
            <a:r>
              <a:rPr lang="en-US" sz="2400"/>
              <a:t>);			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sz="2400"/>
              <a:t>2.	</a:t>
            </a:r>
            <a:r>
              <a:rPr lang="en-US" sz="2400" i="1"/>
              <a:t>r</a:t>
            </a:r>
            <a:r>
              <a:rPr lang="en-US" sz="2400"/>
              <a:t> </a:t>
            </a:r>
            <a:r>
              <a:rPr lang="en-US" sz="2400">
                <a:sym typeface="Symbol" panose="05050102010706020507" pitchFamily="18" charset="2"/>
              </a:rPr>
              <a:t> = </a:t>
            </a:r>
            <a:r>
              <a:rPr lang="en-US" sz="2400"/>
              <a:t>RIGHT(</a:t>
            </a:r>
            <a:r>
              <a:rPr lang="en-US" sz="2400" i="1"/>
              <a:t>i</a:t>
            </a:r>
            <a:r>
              <a:rPr lang="en-US" sz="2400"/>
              <a:t>);			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sz="2400"/>
              <a:t>3.	if </a:t>
            </a:r>
            <a:r>
              <a:rPr lang="en-US" sz="2400" i="1"/>
              <a:t>l</a:t>
            </a:r>
            <a:r>
              <a:rPr lang="en-US" sz="2400"/>
              <a:t> </a:t>
            </a:r>
            <a:r>
              <a:rPr lang="en-US" sz="2400">
                <a:sym typeface="Symbol" panose="05050102010706020507" pitchFamily="18" charset="2"/>
              </a:rPr>
              <a:t></a:t>
            </a:r>
            <a:r>
              <a:rPr lang="en-US" sz="2400"/>
              <a:t> A.heap_size and A[ </a:t>
            </a:r>
            <a:r>
              <a:rPr lang="en-US" sz="2400" i="1"/>
              <a:t>l </a:t>
            </a:r>
            <a:r>
              <a:rPr lang="en-US" sz="2400"/>
              <a:t>] &gt; A[ </a:t>
            </a:r>
            <a:r>
              <a:rPr lang="en-US" sz="2400" i="1"/>
              <a:t>i </a:t>
            </a:r>
            <a:r>
              <a:rPr lang="en-US" sz="2400"/>
              <a:t>]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sz="2400"/>
              <a:t>4.		largest </a:t>
            </a:r>
            <a:r>
              <a:rPr lang="en-US" sz="2400">
                <a:sym typeface="Symbol" panose="05050102010706020507" pitchFamily="18" charset="2"/>
              </a:rPr>
              <a:t>=</a:t>
            </a:r>
            <a:r>
              <a:rPr lang="en-US" sz="2400"/>
              <a:t> </a:t>
            </a:r>
            <a:r>
              <a:rPr lang="en-US" sz="2400" i="1"/>
              <a:t>l</a:t>
            </a:r>
            <a:r>
              <a:rPr lang="en-US" sz="2400"/>
              <a:t>;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sz="2400"/>
              <a:t>5.	else largest </a:t>
            </a:r>
            <a:r>
              <a:rPr lang="en-US" sz="2400">
                <a:sym typeface="Symbol" panose="05050102010706020507" pitchFamily="18" charset="2"/>
              </a:rPr>
              <a:t>=</a:t>
            </a:r>
            <a:r>
              <a:rPr lang="en-US" sz="2400"/>
              <a:t> </a:t>
            </a:r>
            <a:r>
              <a:rPr lang="en-US" sz="2400" i="1"/>
              <a:t>i</a:t>
            </a:r>
            <a:r>
              <a:rPr lang="en-US" sz="2400"/>
              <a:t>;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sz="2400"/>
              <a:t>6.	if </a:t>
            </a:r>
            <a:r>
              <a:rPr lang="en-US" sz="2400" i="1"/>
              <a:t>r</a:t>
            </a:r>
            <a:r>
              <a:rPr lang="en-US" sz="2400"/>
              <a:t> </a:t>
            </a:r>
            <a:r>
              <a:rPr lang="en-US" sz="2400">
                <a:sym typeface="Symbol" panose="05050102010706020507" pitchFamily="18" charset="2"/>
              </a:rPr>
              <a:t></a:t>
            </a:r>
            <a:r>
              <a:rPr lang="en-US" sz="2400"/>
              <a:t> A.heap_size and A[</a:t>
            </a:r>
            <a:r>
              <a:rPr lang="en-US" sz="2400" i="1"/>
              <a:t>r</a:t>
            </a:r>
            <a:r>
              <a:rPr lang="en-US" sz="2400"/>
              <a:t>] &gt; A[</a:t>
            </a:r>
            <a:r>
              <a:rPr lang="en-US" sz="2400" i="1"/>
              <a:t>largest</a:t>
            </a:r>
            <a:r>
              <a:rPr lang="en-US" sz="2400"/>
              <a:t>]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sz="2400"/>
              <a:t>7.		largest </a:t>
            </a:r>
            <a:r>
              <a:rPr lang="en-US" sz="2400">
                <a:sym typeface="Symbol" panose="05050102010706020507" pitchFamily="18" charset="2"/>
              </a:rPr>
              <a:t>=</a:t>
            </a:r>
            <a:r>
              <a:rPr lang="en-US" sz="2400"/>
              <a:t> </a:t>
            </a:r>
            <a:r>
              <a:rPr lang="en-US" sz="2400" i="1"/>
              <a:t>r</a:t>
            </a:r>
            <a:r>
              <a:rPr lang="en-US" sz="2400"/>
              <a:t>;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sz="2400"/>
              <a:t>8.	if </a:t>
            </a:r>
            <a:r>
              <a:rPr lang="en-US" sz="2400" i="1"/>
              <a:t>largest</a:t>
            </a:r>
            <a:r>
              <a:rPr lang="en-US" sz="2400"/>
              <a:t> </a:t>
            </a:r>
            <a:r>
              <a:rPr lang="en-US" sz="2400">
                <a:sym typeface="Symbol" panose="05050102010706020507" pitchFamily="18" charset="2"/>
              </a:rPr>
              <a:t></a:t>
            </a:r>
            <a:r>
              <a:rPr lang="en-US" sz="2400"/>
              <a:t> </a:t>
            </a:r>
            <a:r>
              <a:rPr lang="en-US" sz="2400" i="1"/>
              <a:t>i</a:t>
            </a:r>
            <a:endParaRPr lang="en-US" sz="2400"/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sz="2400"/>
              <a:t>9.		exchange A[</a:t>
            </a:r>
            <a:r>
              <a:rPr lang="en-US" sz="2400" i="1"/>
              <a:t>i</a:t>
            </a:r>
            <a:r>
              <a:rPr lang="en-US" sz="2400"/>
              <a:t>] </a:t>
            </a:r>
            <a:r>
              <a:rPr lang="en-US" sz="2400">
                <a:sym typeface="Symbol" panose="05050102010706020507" pitchFamily="18" charset="2"/>
              </a:rPr>
              <a:t>with</a:t>
            </a:r>
            <a:r>
              <a:rPr lang="en-US" sz="2400"/>
              <a:t> A[</a:t>
            </a:r>
            <a:r>
              <a:rPr lang="en-US" sz="2400" i="1"/>
              <a:t>largest</a:t>
            </a:r>
            <a:r>
              <a:rPr lang="en-US" sz="2400"/>
              <a:t>]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sz="2400"/>
              <a:t>10.		</a:t>
            </a:r>
            <a:r>
              <a:rPr lang="en-US" sz="2400" b="1">
                <a:solidFill>
                  <a:schemeClr val="tx2"/>
                </a:solidFill>
              </a:rPr>
              <a:t>MAX_HEAPIFY</a:t>
            </a:r>
            <a:r>
              <a:rPr lang="en-US" sz="2400">
                <a:solidFill>
                  <a:schemeClr val="tx2"/>
                </a:solidFill>
              </a:rPr>
              <a:t> </a:t>
            </a:r>
            <a:r>
              <a:rPr lang="en-US" sz="2400"/>
              <a:t>(A,</a:t>
            </a:r>
            <a:r>
              <a:rPr lang="en-US" sz="2400" i="1"/>
              <a:t>largest</a:t>
            </a:r>
            <a:r>
              <a:rPr lang="en-US" sz="2400"/>
              <a:t>)</a:t>
            </a:r>
          </a:p>
        </p:txBody>
      </p:sp>
      <p:sp>
        <p:nvSpPr>
          <p:cNvPr id="36868" name="Slide Number Placeholder 5"/>
          <p:cNvSpPr>
            <a:spLocks noGrp="1"/>
          </p:cNvSpPr>
          <p:nvPr>
            <p:ph type="sldNum" sz="quarter" idx="12"/>
          </p:nvPr>
        </p:nvSpPr>
        <p:spPr bwMode="auto">
          <a:xfrm>
            <a:off x="8948738" y="6459539"/>
            <a:ext cx="984250" cy="3651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fld id="{7C83B366-74D0-4ED9-A0C2-819C627F9EC7}" type="slidenum">
              <a:rPr lang="en-US" sz="800">
                <a:latin typeface="Tahoma" panose="020B0604030504040204" pitchFamily="34" charset="0"/>
              </a:rPr>
              <a:pPr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t>11</a:t>
            </a:fld>
            <a:endParaRPr lang="en-US" sz="800">
              <a:latin typeface="Tahoma" panose="020B0604030504040204" pitchFamily="34" charset="0"/>
            </a:endParaRPr>
          </a:p>
        </p:txBody>
      </p:sp>
      <p:graphicFrame>
        <p:nvGraphicFramePr>
          <p:cNvPr id="2" name="Group 49">
            <a:extLst>
              <a:ext uri="{FF2B5EF4-FFF2-40B4-BE49-F238E27FC236}">
                <a16:creationId xmlns:a16="http://schemas.microsoft.com/office/drawing/2014/main" id="{43C7B5B2-50C9-D327-4297-AC041DAEB937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106165033"/>
              </p:ext>
            </p:extLst>
          </p:nvPr>
        </p:nvGraphicFramePr>
        <p:xfrm>
          <a:off x="5181600" y="973237"/>
          <a:ext cx="6553200" cy="457200"/>
        </p:xfrm>
        <a:graphic>
          <a:graphicData uri="http://schemas.openxmlformats.org/drawingml/2006/table">
            <a:tbl>
              <a:tblPr/>
              <a:tblGrid>
                <a:gridCol w="65563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5563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540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5563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5563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55638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655637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65405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655638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655637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</a:tblGrid>
              <a:tr h="45720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7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24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19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21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14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03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10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2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13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11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Rectangle 2"/>
          <p:cNvSpPr>
            <a:spLocks noGrp="1" noChangeArrowheads="1"/>
          </p:cNvSpPr>
          <p:nvPr>
            <p:ph type="title"/>
          </p:nvPr>
        </p:nvSpPr>
        <p:spPr>
          <a:xfrm>
            <a:off x="1828800" y="381000"/>
            <a:ext cx="7772400" cy="762000"/>
          </a:xfrm>
        </p:spPr>
        <p:txBody>
          <a:bodyPr/>
          <a:lstStyle/>
          <a:p>
            <a:pPr eaLnBrk="1" hangingPunct="1"/>
            <a:r>
              <a:rPr lang="en-US"/>
              <a:t>Example</a:t>
            </a:r>
          </a:p>
        </p:txBody>
      </p:sp>
      <p:sp>
        <p:nvSpPr>
          <p:cNvPr id="37891" name="Rectangle 3"/>
          <p:cNvSpPr>
            <a:spLocks noGrp="1" noChangeArrowheads="1"/>
          </p:cNvSpPr>
          <p:nvPr>
            <p:ph idx="1"/>
          </p:nvPr>
        </p:nvSpPr>
        <p:spPr>
          <a:xfrm>
            <a:off x="1752600" y="1447800"/>
            <a:ext cx="7772400" cy="609600"/>
          </a:xfrm>
        </p:spPr>
        <p:txBody>
          <a:bodyPr/>
          <a:lstStyle/>
          <a:p>
            <a:pPr marL="0" indent="0" eaLnBrk="1" hangingPunct="1">
              <a:buNone/>
            </a:pPr>
            <a:r>
              <a:rPr lang="en-US" sz="2400"/>
              <a:t>You are given the following array</a:t>
            </a:r>
          </a:p>
        </p:txBody>
      </p:sp>
      <p:sp>
        <p:nvSpPr>
          <p:cNvPr id="37892" name="Slide Number Placeholder 5"/>
          <p:cNvSpPr>
            <a:spLocks noGrp="1"/>
          </p:cNvSpPr>
          <p:nvPr>
            <p:ph type="sldNum" sz="quarter" idx="12"/>
          </p:nvPr>
        </p:nvSpPr>
        <p:spPr bwMode="auto">
          <a:xfrm>
            <a:off x="8948738" y="6459539"/>
            <a:ext cx="984250" cy="3651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fld id="{8E77995C-7689-41BC-896C-525C1396D6BA}" type="slidenum">
              <a:rPr lang="en-US" sz="800">
                <a:latin typeface="Tahoma" panose="020B0604030504040204" pitchFamily="34" charset="0"/>
              </a:rPr>
              <a:pPr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t>12</a:t>
            </a:fld>
            <a:endParaRPr lang="en-US" sz="800">
              <a:latin typeface="Tahoma" panose="020B0604030504040204" pitchFamily="34" charset="0"/>
            </a:endParaRPr>
          </a:p>
        </p:txBody>
      </p:sp>
      <p:graphicFrame>
        <p:nvGraphicFramePr>
          <p:cNvPr id="31793" name="Group 49"/>
          <p:cNvGraphicFramePr>
            <a:graphicFrameLocks noGrp="1"/>
          </p:cNvGraphicFramePr>
          <p:nvPr>
            <p:ph type="tbl" idx="4294967295"/>
            <p:extLst>
              <p:ext uri="{D42A27DB-BD31-4B8C-83A1-F6EECF244321}">
                <p14:modId xmlns:p14="http://schemas.microsoft.com/office/powerpoint/2010/main" val="3668647247"/>
              </p:ext>
            </p:extLst>
          </p:nvPr>
        </p:nvGraphicFramePr>
        <p:xfrm>
          <a:off x="3038476" y="2487613"/>
          <a:ext cx="6553200" cy="457200"/>
        </p:xfrm>
        <a:graphic>
          <a:graphicData uri="http://schemas.openxmlformats.org/drawingml/2006/table">
            <a:tbl>
              <a:tblPr/>
              <a:tblGrid>
                <a:gridCol w="65563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5563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540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5563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5563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55638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655637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65405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655638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655637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</a:tblGrid>
              <a:tr h="45720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7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24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19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21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14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03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10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2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13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11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pSp>
        <p:nvGrpSpPr>
          <p:cNvPr id="31820" name="Group 76"/>
          <p:cNvGrpSpPr>
            <a:grpSpLocks/>
          </p:cNvGrpSpPr>
          <p:nvPr/>
        </p:nvGrpSpPr>
        <p:grpSpPr bwMode="auto">
          <a:xfrm>
            <a:off x="4343400" y="4191001"/>
            <a:ext cx="3875088" cy="2270125"/>
            <a:chOff x="1200" y="2640"/>
            <a:chExt cx="2441" cy="1430"/>
          </a:xfrm>
        </p:grpSpPr>
        <p:sp>
          <p:nvSpPr>
            <p:cNvPr id="22562" name="Oval 4"/>
            <p:cNvSpPr>
              <a:spLocks noChangeArrowheads="1"/>
            </p:cNvSpPr>
            <p:nvPr/>
          </p:nvSpPr>
          <p:spPr bwMode="auto">
            <a:xfrm>
              <a:off x="2445" y="2640"/>
              <a:ext cx="383" cy="281"/>
            </a:xfrm>
            <a:prstGeom prst="ellipse">
              <a:avLst/>
            </a:prstGeom>
            <a:solidFill>
              <a:schemeClr val="accent1">
                <a:lumMod val="60000"/>
                <a:lumOff val="40000"/>
              </a:schemeClr>
            </a:solidFill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>
              <a:lvl1pPr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eaLnBrk="1" hangingPunct="1">
                <a:defRPr/>
              </a:pPr>
              <a:endParaRPr lang="en-US"/>
            </a:p>
          </p:txBody>
        </p:sp>
        <p:sp>
          <p:nvSpPr>
            <p:cNvPr id="37922" name="Rectangle 5"/>
            <p:cNvSpPr>
              <a:spLocks noChangeArrowheads="1"/>
            </p:cNvSpPr>
            <p:nvPr/>
          </p:nvSpPr>
          <p:spPr bwMode="auto">
            <a:xfrm>
              <a:off x="2564" y="2714"/>
              <a:ext cx="179" cy="17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endParaRPr lang="en-US" sz="2400">
                <a:latin typeface="Tahoma" panose="020B0604030504040204" pitchFamily="34" charset="0"/>
              </a:endParaRPr>
            </a:p>
          </p:txBody>
        </p:sp>
        <p:sp>
          <p:nvSpPr>
            <p:cNvPr id="37923" name="Rectangle 6"/>
            <p:cNvSpPr>
              <a:spLocks noChangeArrowheads="1"/>
            </p:cNvSpPr>
            <p:nvPr/>
          </p:nvSpPr>
          <p:spPr bwMode="auto">
            <a:xfrm>
              <a:off x="2564" y="2717"/>
              <a:ext cx="64" cy="1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r>
                <a:rPr lang="en-US" sz="1600">
                  <a:solidFill>
                    <a:srgbClr val="000000"/>
                  </a:solidFill>
                  <a:latin typeface="Times New Roman" panose="02020603050405020304" pitchFamily="18" charset="0"/>
                </a:rPr>
                <a:t>7</a:t>
              </a:r>
              <a:endParaRPr lang="en-US">
                <a:latin typeface="Times New Roman" panose="02020603050405020304" pitchFamily="18" charset="0"/>
              </a:endParaRPr>
            </a:p>
          </p:txBody>
        </p:sp>
        <p:sp>
          <p:nvSpPr>
            <p:cNvPr id="22565" name="Oval 7"/>
            <p:cNvSpPr>
              <a:spLocks noChangeArrowheads="1"/>
            </p:cNvSpPr>
            <p:nvPr/>
          </p:nvSpPr>
          <p:spPr bwMode="auto">
            <a:xfrm>
              <a:off x="1902" y="3026"/>
              <a:ext cx="381" cy="278"/>
            </a:xfrm>
            <a:prstGeom prst="ellipse">
              <a:avLst/>
            </a:prstGeom>
            <a:solidFill>
              <a:schemeClr val="accent1">
                <a:lumMod val="60000"/>
                <a:lumOff val="40000"/>
              </a:schemeClr>
            </a:solidFill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>
              <a:lvl1pPr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eaLnBrk="1" hangingPunct="1">
                <a:defRPr/>
              </a:pPr>
              <a:endParaRPr lang="en-US"/>
            </a:p>
          </p:txBody>
        </p:sp>
        <p:sp>
          <p:nvSpPr>
            <p:cNvPr id="37925" name="Rectangle 8"/>
            <p:cNvSpPr>
              <a:spLocks noChangeArrowheads="1"/>
            </p:cNvSpPr>
            <p:nvPr/>
          </p:nvSpPr>
          <p:spPr bwMode="auto">
            <a:xfrm>
              <a:off x="2021" y="3100"/>
              <a:ext cx="179" cy="17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endParaRPr lang="en-US" sz="2400">
                <a:latin typeface="Tahoma" panose="020B0604030504040204" pitchFamily="34" charset="0"/>
              </a:endParaRPr>
            </a:p>
          </p:txBody>
        </p:sp>
        <p:sp>
          <p:nvSpPr>
            <p:cNvPr id="37926" name="Rectangle 9"/>
            <p:cNvSpPr>
              <a:spLocks noChangeArrowheads="1"/>
            </p:cNvSpPr>
            <p:nvPr/>
          </p:nvSpPr>
          <p:spPr bwMode="auto">
            <a:xfrm>
              <a:off x="2021" y="3100"/>
              <a:ext cx="128" cy="1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r>
                <a:rPr lang="en-US" sz="1600">
                  <a:solidFill>
                    <a:srgbClr val="000000"/>
                  </a:solidFill>
                  <a:latin typeface="Times New Roman" panose="02020603050405020304" pitchFamily="18" charset="0"/>
                </a:rPr>
                <a:t>24</a:t>
              </a:r>
              <a:endParaRPr lang="en-US">
                <a:latin typeface="Times New Roman" panose="02020603050405020304" pitchFamily="18" charset="0"/>
              </a:endParaRPr>
            </a:p>
          </p:txBody>
        </p:sp>
        <p:sp>
          <p:nvSpPr>
            <p:cNvPr id="22568" name="Oval 10"/>
            <p:cNvSpPr>
              <a:spLocks noChangeArrowheads="1"/>
            </p:cNvSpPr>
            <p:nvPr/>
          </p:nvSpPr>
          <p:spPr bwMode="auto">
            <a:xfrm>
              <a:off x="2991" y="3042"/>
              <a:ext cx="375" cy="281"/>
            </a:xfrm>
            <a:prstGeom prst="ellipse">
              <a:avLst/>
            </a:prstGeom>
            <a:solidFill>
              <a:schemeClr val="accent1">
                <a:lumMod val="60000"/>
                <a:lumOff val="40000"/>
              </a:schemeClr>
            </a:solidFill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>
              <a:lvl1pPr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eaLnBrk="1" hangingPunct="1">
                <a:defRPr/>
              </a:pPr>
              <a:endParaRPr lang="en-US"/>
            </a:p>
          </p:txBody>
        </p:sp>
        <p:sp>
          <p:nvSpPr>
            <p:cNvPr id="37928" name="Rectangle 11"/>
            <p:cNvSpPr>
              <a:spLocks noChangeArrowheads="1"/>
            </p:cNvSpPr>
            <p:nvPr/>
          </p:nvSpPr>
          <p:spPr bwMode="auto">
            <a:xfrm>
              <a:off x="3109" y="3117"/>
              <a:ext cx="177" cy="17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endParaRPr lang="en-US" sz="2400">
                <a:latin typeface="Tahoma" panose="020B0604030504040204" pitchFamily="34" charset="0"/>
              </a:endParaRPr>
            </a:p>
          </p:txBody>
        </p:sp>
        <p:sp>
          <p:nvSpPr>
            <p:cNvPr id="37929" name="Rectangle 12"/>
            <p:cNvSpPr>
              <a:spLocks noChangeArrowheads="1"/>
            </p:cNvSpPr>
            <p:nvPr/>
          </p:nvSpPr>
          <p:spPr bwMode="auto">
            <a:xfrm>
              <a:off x="3109" y="3119"/>
              <a:ext cx="128" cy="1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r>
                <a:rPr lang="en-US" sz="1600">
                  <a:solidFill>
                    <a:srgbClr val="000000"/>
                  </a:solidFill>
                  <a:latin typeface="Times New Roman" panose="02020603050405020304" pitchFamily="18" charset="0"/>
                </a:rPr>
                <a:t>19</a:t>
              </a:r>
              <a:endParaRPr lang="en-US">
                <a:latin typeface="Times New Roman" panose="02020603050405020304" pitchFamily="18" charset="0"/>
              </a:endParaRPr>
            </a:p>
          </p:txBody>
        </p:sp>
        <p:sp>
          <p:nvSpPr>
            <p:cNvPr id="22571" name="Oval 13"/>
            <p:cNvSpPr>
              <a:spLocks noChangeArrowheads="1"/>
            </p:cNvSpPr>
            <p:nvPr/>
          </p:nvSpPr>
          <p:spPr bwMode="auto">
            <a:xfrm>
              <a:off x="1492" y="3367"/>
              <a:ext cx="355" cy="284"/>
            </a:xfrm>
            <a:prstGeom prst="ellipse">
              <a:avLst/>
            </a:prstGeom>
            <a:solidFill>
              <a:schemeClr val="accent1">
                <a:lumMod val="60000"/>
                <a:lumOff val="40000"/>
              </a:schemeClr>
            </a:solidFill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>
              <a:lvl1pPr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eaLnBrk="1" hangingPunct="1">
                <a:defRPr/>
              </a:pPr>
              <a:endParaRPr lang="en-US"/>
            </a:p>
          </p:txBody>
        </p:sp>
        <p:sp>
          <p:nvSpPr>
            <p:cNvPr id="37931" name="Rectangle 14"/>
            <p:cNvSpPr>
              <a:spLocks noChangeArrowheads="1"/>
            </p:cNvSpPr>
            <p:nvPr/>
          </p:nvSpPr>
          <p:spPr bwMode="auto">
            <a:xfrm>
              <a:off x="1607" y="3444"/>
              <a:ext cx="180" cy="17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endParaRPr lang="en-US" sz="2400">
                <a:latin typeface="Tahoma" panose="020B0604030504040204" pitchFamily="34" charset="0"/>
              </a:endParaRPr>
            </a:p>
          </p:txBody>
        </p:sp>
        <p:sp>
          <p:nvSpPr>
            <p:cNvPr id="37932" name="Rectangle 15"/>
            <p:cNvSpPr>
              <a:spLocks noChangeArrowheads="1"/>
            </p:cNvSpPr>
            <p:nvPr/>
          </p:nvSpPr>
          <p:spPr bwMode="auto">
            <a:xfrm>
              <a:off x="1607" y="3444"/>
              <a:ext cx="128" cy="1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r>
                <a:rPr lang="en-US" sz="1600">
                  <a:solidFill>
                    <a:srgbClr val="000000"/>
                  </a:solidFill>
                  <a:latin typeface="Times New Roman" panose="02020603050405020304" pitchFamily="18" charset="0"/>
                </a:rPr>
                <a:t>21</a:t>
              </a:r>
              <a:endParaRPr lang="en-US">
                <a:latin typeface="Times New Roman" panose="02020603050405020304" pitchFamily="18" charset="0"/>
              </a:endParaRPr>
            </a:p>
          </p:txBody>
        </p:sp>
        <p:sp>
          <p:nvSpPr>
            <p:cNvPr id="22574" name="Oval 16"/>
            <p:cNvSpPr>
              <a:spLocks noChangeArrowheads="1"/>
            </p:cNvSpPr>
            <p:nvPr/>
          </p:nvSpPr>
          <p:spPr bwMode="auto">
            <a:xfrm>
              <a:off x="2288" y="3392"/>
              <a:ext cx="380" cy="281"/>
            </a:xfrm>
            <a:prstGeom prst="ellipse">
              <a:avLst/>
            </a:prstGeom>
            <a:solidFill>
              <a:schemeClr val="accent1">
                <a:lumMod val="60000"/>
                <a:lumOff val="40000"/>
              </a:schemeClr>
            </a:solidFill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>
              <a:lvl1pPr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eaLnBrk="1" hangingPunct="1">
                <a:defRPr/>
              </a:pPr>
              <a:endParaRPr lang="en-US"/>
            </a:p>
          </p:txBody>
        </p:sp>
        <p:sp>
          <p:nvSpPr>
            <p:cNvPr id="37934" name="Rectangle 17"/>
            <p:cNvSpPr>
              <a:spLocks noChangeArrowheads="1"/>
            </p:cNvSpPr>
            <p:nvPr/>
          </p:nvSpPr>
          <p:spPr bwMode="auto">
            <a:xfrm>
              <a:off x="2407" y="3467"/>
              <a:ext cx="179" cy="17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endParaRPr lang="en-US" sz="2400">
                <a:latin typeface="Tahoma" panose="020B0604030504040204" pitchFamily="34" charset="0"/>
              </a:endParaRPr>
            </a:p>
          </p:txBody>
        </p:sp>
        <p:sp>
          <p:nvSpPr>
            <p:cNvPr id="37935" name="Rectangle 18"/>
            <p:cNvSpPr>
              <a:spLocks noChangeArrowheads="1"/>
            </p:cNvSpPr>
            <p:nvPr/>
          </p:nvSpPr>
          <p:spPr bwMode="auto">
            <a:xfrm>
              <a:off x="2407" y="3469"/>
              <a:ext cx="128" cy="1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r>
                <a:rPr lang="en-US" sz="1600">
                  <a:solidFill>
                    <a:srgbClr val="000000"/>
                  </a:solidFill>
                  <a:latin typeface="Times New Roman" panose="02020603050405020304" pitchFamily="18" charset="0"/>
                </a:rPr>
                <a:t>14</a:t>
              </a:r>
              <a:endParaRPr lang="en-US">
                <a:latin typeface="Times New Roman" panose="02020603050405020304" pitchFamily="18" charset="0"/>
              </a:endParaRPr>
            </a:p>
          </p:txBody>
        </p:sp>
        <p:sp>
          <p:nvSpPr>
            <p:cNvPr id="22577" name="Oval 19"/>
            <p:cNvSpPr>
              <a:spLocks noChangeArrowheads="1"/>
            </p:cNvSpPr>
            <p:nvPr/>
          </p:nvSpPr>
          <p:spPr bwMode="auto">
            <a:xfrm>
              <a:off x="2729" y="3376"/>
              <a:ext cx="366" cy="281"/>
            </a:xfrm>
            <a:prstGeom prst="ellipse">
              <a:avLst/>
            </a:prstGeom>
            <a:solidFill>
              <a:schemeClr val="accent1">
                <a:lumMod val="60000"/>
                <a:lumOff val="40000"/>
              </a:schemeClr>
            </a:solidFill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>
              <a:lvl1pPr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eaLnBrk="1" hangingPunct="1">
                <a:defRPr/>
              </a:pPr>
              <a:endParaRPr lang="en-US"/>
            </a:p>
          </p:txBody>
        </p:sp>
        <p:sp>
          <p:nvSpPr>
            <p:cNvPr id="37937" name="Rectangle 20"/>
            <p:cNvSpPr>
              <a:spLocks noChangeArrowheads="1"/>
            </p:cNvSpPr>
            <p:nvPr/>
          </p:nvSpPr>
          <p:spPr bwMode="auto">
            <a:xfrm>
              <a:off x="2847" y="3450"/>
              <a:ext cx="177" cy="17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endParaRPr lang="en-US" sz="2400">
                <a:latin typeface="Tahoma" panose="020B0604030504040204" pitchFamily="34" charset="0"/>
              </a:endParaRPr>
            </a:p>
          </p:txBody>
        </p:sp>
        <p:sp>
          <p:nvSpPr>
            <p:cNvPr id="37938" name="Rectangle 21"/>
            <p:cNvSpPr>
              <a:spLocks noChangeArrowheads="1"/>
            </p:cNvSpPr>
            <p:nvPr/>
          </p:nvSpPr>
          <p:spPr bwMode="auto">
            <a:xfrm>
              <a:off x="2847" y="3453"/>
              <a:ext cx="128" cy="1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r>
                <a:rPr lang="en-US" sz="1600">
                  <a:solidFill>
                    <a:srgbClr val="000000"/>
                  </a:solidFill>
                  <a:latin typeface="Times New Roman" panose="02020603050405020304" pitchFamily="18" charset="0"/>
                </a:rPr>
                <a:t>03</a:t>
              </a:r>
              <a:endParaRPr lang="en-US">
                <a:latin typeface="Times New Roman" panose="02020603050405020304" pitchFamily="18" charset="0"/>
              </a:endParaRPr>
            </a:p>
          </p:txBody>
        </p:sp>
        <p:sp>
          <p:nvSpPr>
            <p:cNvPr id="22580" name="Oval 22"/>
            <p:cNvSpPr>
              <a:spLocks noChangeArrowheads="1"/>
            </p:cNvSpPr>
            <p:nvPr/>
          </p:nvSpPr>
          <p:spPr bwMode="auto">
            <a:xfrm>
              <a:off x="3266" y="3384"/>
              <a:ext cx="375" cy="284"/>
            </a:xfrm>
            <a:prstGeom prst="ellipse">
              <a:avLst/>
            </a:prstGeom>
            <a:solidFill>
              <a:schemeClr val="accent1">
                <a:lumMod val="60000"/>
                <a:lumOff val="40000"/>
              </a:schemeClr>
            </a:solidFill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>
              <a:lvl1pPr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eaLnBrk="1" hangingPunct="1">
                <a:defRPr/>
              </a:pPr>
              <a:endParaRPr lang="en-US"/>
            </a:p>
          </p:txBody>
        </p:sp>
        <p:sp>
          <p:nvSpPr>
            <p:cNvPr id="37940" name="Rectangle 23"/>
            <p:cNvSpPr>
              <a:spLocks noChangeArrowheads="1"/>
            </p:cNvSpPr>
            <p:nvPr/>
          </p:nvSpPr>
          <p:spPr bwMode="auto">
            <a:xfrm>
              <a:off x="3385" y="3461"/>
              <a:ext cx="179" cy="17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endParaRPr lang="en-US" sz="2400">
                <a:latin typeface="Tahoma" panose="020B0604030504040204" pitchFamily="34" charset="0"/>
              </a:endParaRPr>
            </a:p>
          </p:txBody>
        </p:sp>
        <p:sp>
          <p:nvSpPr>
            <p:cNvPr id="37941" name="Rectangle 24"/>
            <p:cNvSpPr>
              <a:spLocks noChangeArrowheads="1"/>
            </p:cNvSpPr>
            <p:nvPr/>
          </p:nvSpPr>
          <p:spPr bwMode="auto">
            <a:xfrm>
              <a:off x="3385" y="3464"/>
              <a:ext cx="128" cy="1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r>
                <a:rPr lang="en-US" sz="1600">
                  <a:solidFill>
                    <a:srgbClr val="000000"/>
                  </a:solidFill>
                  <a:latin typeface="Times New Roman" panose="02020603050405020304" pitchFamily="18" charset="0"/>
                </a:rPr>
                <a:t>10</a:t>
              </a:r>
              <a:endParaRPr lang="en-US">
                <a:latin typeface="Times New Roman" panose="02020603050405020304" pitchFamily="18" charset="0"/>
              </a:endParaRPr>
            </a:p>
          </p:txBody>
        </p:sp>
        <p:sp>
          <p:nvSpPr>
            <p:cNvPr id="22583" name="Oval 25"/>
            <p:cNvSpPr>
              <a:spLocks noChangeArrowheads="1"/>
            </p:cNvSpPr>
            <p:nvPr/>
          </p:nvSpPr>
          <p:spPr bwMode="auto">
            <a:xfrm>
              <a:off x="1767" y="3786"/>
              <a:ext cx="325" cy="284"/>
            </a:xfrm>
            <a:prstGeom prst="ellipse">
              <a:avLst/>
            </a:prstGeom>
            <a:solidFill>
              <a:schemeClr val="accent1">
                <a:lumMod val="60000"/>
                <a:lumOff val="40000"/>
              </a:schemeClr>
            </a:solidFill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>
              <a:lvl1pPr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eaLnBrk="1" hangingPunct="1">
                <a:defRPr/>
              </a:pPr>
              <a:endParaRPr lang="en-US"/>
            </a:p>
          </p:txBody>
        </p:sp>
        <p:sp>
          <p:nvSpPr>
            <p:cNvPr id="37943" name="Rectangle 26"/>
            <p:cNvSpPr>
              <a:spLocks noChangeArrowheads="1"/>
            </p:cNvSpPr>
            <p:nvPr/>
          </p:nvSpPr>
          <p:spPr bwMode="auto">
            <a:xfrm>
              <a:off x="1878" y="3855"/>
              <a:ext cx="154" cy="18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endParaRPr lang="en-US" sz="2400">
                <a:latin typeface="Tahoma" panose="020B0604030504040204" pitchFamily="34" charset="0"/>
              </a:endParaRPr>
            </a:p>
          </p:txBody>
        </p:sp>
        <p:sp>
          <p:nvSpPr>
            <p:cNvPr id="37944" name="Rectangle 27"/>
            <p:cNvSpPr>
              <a:spLocks noChangeArrowheads="1"/>
            </p:cNvSpPr>
            <p:nvPr/>
          </p:nvSpPr>
          <p:spPr bwMode="auto">
            <a:xfrm>
              <a:off x="1878" y="3857"/>
              <a:ext cx="128" cy="1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r>
                <a:rPr lang="en-US" sz="1600">
                  <a:solidFill>
                    <a:srgbClr val="000000"/>
                  </a:solidFill>
                  <a:latin typeface="Times New Roman" panose="02020603050405020304" pitchFamily="18" charset="0"/>
                </a:rPr>
                <a:t>13</a:t>
              </a:r>
              <a:endParaRPr lang="en-US">
                <a:latin typeface="Times New Roman" panose="02020603050405020304" pitchFamily="18" charset="0"/>
              </a:endParaRPr>
            </a:p>
          </p:txBody>
        </p:sp>
        <p:sp>
          <p:nvSpPr>
            <p:cNvPr id="22586" name="Oval 28"/>
            <p:cNvSpPr>
              <a:spLocks noChangeArrowheads="1"/>
            </p:cNvSpPr>
            <p:nvPr/>
          </p:nvSpPr>
          <p:spPr bwMode="auto">
            <a:xfrm>
              <a:off x="1200" y="3778"/>
              <a:ext cx="322" cy="281"/>
            </a:xfrm>
            <a:prstGeom prst="ellipse">
              <a:avLst/>
            </a:prstGeom>
            <a:solidFill>
              <a:schemeClr val="accent1">
                <a:lumMod val="60000"/>
                <a:lumOff val="40000"/>
              </a:schemeClr>
            </a:solidFill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>
              <a:lvl1pPr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eaLnBrk="1" hangingPunct="1">
                <a:defRPr/>
              </a:pPr>
              <a:endParaRPr lang="en-US"/>
            </a:p>
          </p:txBody>
        </p:sp>
        <p:sp>
          <p:nvSpPr>
            <p:cNvPr id="37946" name="Rectangle 29"/>
            <p:cNvSpPr>
              <a:spLocks noChangeArrowheads="1"/>
            </p:cNvSpPr>
            <p:nvPr/>
          </p:nvSpPr>
          <p:spPr bwMode="auto">
            <a:xfrm>
              <a:off x="1307" y="3852"/>
              <a:ext cx="116" cy="17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endParaRPr lang="en-US" sz="2400">
                <a:latin typeface="Tahoma" panose="020B0604030504040204" pitchFamily="34" charset="0"/>
              </a:endParaRPr>
            </a:p>
          </p:txBody>
        </p:sp>
        <p:sp>
          <p:nvSpPr>
            <p:cNvPr id="37947" name="Rectangle 30"/>
            <p:cNvSpPr>
              <a:spLocks noChangeArrowheads="1"/>
            </p:cNvSpPr>
            <p:nvPr/>
          </p:nvSpPr>
          <p:spPr bwMode="auto">
            <a:xfrm>
              <a:off x="1307" y="3855"/>
              <a:ext cx="64" cy="1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r>
                <a:rPr lang="en-US" sz="1600">
                  <a:solidFill>
                    <a:srgbClr val="000000"/>
                  </a:solidFill>
                  <a:latin typeface="Times New Roman" panose="02020603050405020304" pitchFamily="18" charset="0"/>
                </a:rPr>
                <a:t>2</a:t>
              </a:r>
              <a:endParaRPr lang="en-US">
                <a:latin typeface="Times New Roman" panose="02020603050405020304" pitchFamily="18" charset="0"/>
              </a:endParaRPr>
            </a:p>
          </p:txBody>
        </p:sp>
        <p:sp>
          <p:nvSpPr>
            <p:cNvPr id="22589" name="Oval 31"/>
            <p:cNvSpPr>
              <a:spLocks noChangeArrowheads="1"/>
            </p:cNvSpPr>
            <p:nvPr/>
          </p:nvSpPr>
          <p:spPr bwMode="auto">
            <a:xfrm>
              <a:off x="2145" y="3786"/>
              <a:ext cx="383" cy="284"/>
            </a:xfrm>
            <a:prstGeom prst="ellipse">
              <a:avLst/>
            </a:prstGeom>
            <a:solidFill>
              <a:schemeClr val="accent1">
                <a:lumMod val="60000"/>
                <a:lumOff val="40000"/>
              </a:schemeClr>
            </a:solidFill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>
              <a:lvl1pPr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eaLnBrk="1" hangingPunct="1">
                <a:defRPr/>
              </a:pPr>
              <a:endParaRPr lang="en-US"/>
            </a:p>
          </p:txBody>
        </p:sp>
        <p:sp>
          <p:nvSpPr>
            <p:cNvPr id="37949" name="Rectangle 32"/>
            <p:cNvSpPr>
              <a:spLocks noChangeArrowheads="1"/>
            </p:cNvSpPr>
            <p:nvPr/>
          </p:nvSpPr>
          <p:spPr bwMode="auto">
            <a:xfrm>
              <a:off x="2263" y="3863"/>
              <a:ext cx="179" cy="17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endParaRPr lang="en-US" sz="2400">
                <a:latin typeface="Tahoma" panose="020B0604030504040204" pitchFamily="34" charset="0"/>
              </a:endParaRPr>
            </a:p>
          </p:txBody>
        </p:sp>
        <p:sp>
          <p:nvSpPr>
            <p:cNvPr id="37950" name="Rectangle 33"/>
            <p:cNvSpPr>
              <a:spLocks noChangeArrowheads="1"/>
            </p:cNvSpPr>
            <p:nvPr/>
          </p:nvSpPr>
          <p:spPr bwMode="auto">
            <a:xfrm>
              <a:off x="2263" y="3863"/>
              <a:ext cx="128" cy="1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r>
                <a:rPr lang="en-US" sz="1600">
                  <a:solidFill>
                    <a:srgbClr val="000000"/>
                  </a:solidFill>
                  <a:latin typeface="Times New Roman" panose="02020603050405020304" pitchFamily="18" charset="0"/>
                </a:rPr>
                <a:t>11</a:t>
              </a:r>
              <a:endParaRPr lang="en-US">
                <a:latin typeface="Times New Roman" panose="02020603050405020304" pitchFamily="18" charset="0"/>
              </a:endParaRPr>
            </a:p>
          </p:txBody>
        </p:sp>
        <p:sp>
          <p:nvSpPr>
            <p:cNvPr id="37951" name="Line 34"/>
            <p:cNvSpPr>
              <a:spLocks noChangeShapeType="1"/>
            </p:cNvSpPr>
            <p:nvPr/>
          </p:nvSpPr>
          <p:spPr bwMode="auto">
            <a:xfrm flipH="1">
              <a:off x="2178" y="2847"/>
              <a:ext cx="284" cy="209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7952" name="Line 35"/>
            <p:cNvSpPr>
              <a:spLocks noChangeShapeType="1"/>
            </p:cNvSpPr>
            <p:nvPr/>
          </p:nvSpPr>
          <p:spPr bwMode="auto">
            <a:xfrm>
              <a:off x="2740" y="2858"/>
              <a:ext cx="281" cy="214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7953" name="Line 36"/>
            <p:cNvSpPr>
              <a:spLocks noChangeShapeType="1"/>
            </p:cNvSpPr>
            <p:nvPr/>
          </p:nvSpPr>
          <p:spPr bwMode="auto">
            <a:xfrm flipH="1">
              <a:off x="1759" y="3232"/>
              <a:ext cx="174" cy="168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7954" name="Line 37"/>
            <p:cNvSpPr>
              <a:spLocks noChangeShapeType="1"/>
            </p:cNvSpPr>
            <p:nvPr/>
          </p:nvSpPr>
          <p:spPr bwMode="auto">
            <a:xfrm>
              <a:off x="2194" y="3243"/>
              <a:ext cx="157" cy="174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7955" name="Line 38"/>
            <p:cNvSpPr>
              <a:spLocks noChangeShapeType="1"/>
            </p:cNvSpPr>
            <p:nvPr/>
          </p:nvSpPr>
          <p:spPr bwMode="auto">
            <a:xfrm flipH="1">
              <a:off x="2947" y="3293"/>
              <a:ext cx="102" cy="91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7956" name="Line 39"/>
            <p:cNvSpPr>
              <a:spLocks noChangeShapeType="1"/>
            </p:cNvSpPr>
            <p:nvPr/>
          </p:nvSpPr>
          <p:spPr bwMode="auto">
            <a:xfrm>
              <a:off x="3242" y="3301"/>
              <a:ext cx="90" cy="99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7957" name="Line 40"/>
            <p:cNvSpPr>
              <a:spLocks noChangeShapeType="1"/>
            </p:cNvSpPr>
            <p:nvPr/>
          </p:nvSpPr>
          <p:spPr bwMode="auto">
            <a:xfrm flipH="1">
              <a:off x="1362" y="3593"/>
              <a:ext cx="152" cy="182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7958" name="Line 41"/>
            <p:cNvSpPr>
              <a:spLocks noChangeShapeType="1"/>
            </p:cNvSpPr>
            <p:nvPr/>
          </p:nvSpPr>
          <p:spPr bwMode="auto">
            <a:xfrm>
              <a:off x="1751" y="3613"/>
              <a:ext cx="107" cy="179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7959" name="Line 42"/>
            <p:cNvSpPr>
              <a:spLocks noChangeShapeType="1"/>
            </p:cNvSpPr>
            <p:nvPr/>
          </p:nvSpPr>
          <p:spPr bwMode="auto">
            <a:xfrm flipH="1">
              <a:off x="2318" y="3706"/>
              <a:ext cx="89" cy="86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31792" name="Text Box 48"/>
          <p:cNvSpPr txBox="1">
            <a:spLocks noChangeArrowheads="1"/>
          </p:cNvSpPr>
          <p:nvPr/>
        </p:nvSpPr>
        <p:spPr bwMode="auto">
          <a:xfrm>
            <a:off x="3200400" y="2041526"/>
            <a:ext cx="662940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50000"/>
              </a:spcBef>
              <a:buFontTx/>
              <a:buNone/>
            </a:pPr>
            <a:r>
              <a:rPr lang="en-US" sz="2000" i="1">
                <a:solidFill>
                  <a:srgbClr val="FF0000"/>
                </a:solidFill>
                <a:latin typeface="Times New Roman" panose="02020603050405020304" pitchFamily="18" charset="0"/>
              </a:rPr>
              <a:t>1         2          3       4         5         6       7        8        9         10</a:t>
            </a:r>
          </a:p>
        </p:txBody>
      </p:sp>
      <p:sp>
        <p:nvSpPr>
          <p:cNvPr id="31817" name="Text Box 73"/>
          <p:cNvSpPr txBox="1">
            <a:spLocks noChangeArrowheads="1"/>
          </p:cNvSpPr>
          <p:nvPr/>
        </p:nvSpPr>
        <p:spPr bwMode="auto">
          <a:xfrm>
            <a:off x="2438400" y="1843088"/>
            <a:ext cx="60960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50000"/>
              </a:spcBef>
              <a:buFontTx/>
              <a:buNone/>
            </a:pPr>
            <a:r>
              <a:rPr lang="en-US" b="1">
                <a:latin typeface="Times New Roman" panose="02020603050405020304" pitchFamily="18" charset="0"/>
              </a:rPr>
              <a:t>A</a:t>
            </a:r>
          </a:p>
        </p:txBody>
      </p:sp>
      <p:sp>
        <p:nvSpPr>
          <p:cNvPr id="31819" name="Text Box 75"/>
          <p:cNvSpPr txBox="1">
            <a:spLocks noChangeArrowheads="1"/>
          </p:cNvSpPr>
          <p:nvPr/>
        </p:nvSpPr>
        <p:spPr bwMode="auto">
          <a:xfrm>
            <a:off x="1600200" y="3021014"/>
            <a:ext cx="8153400" cy="11699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50000"/>
              </a:spcBef>
              <a:buFontTx/>
              <a:buNone/>
            </a:pPr>
            <a:r>
              <a:rPr lang="en-US">
                <a:latin typeface="Times New Roman" panose="02020603050405020304" pitchFamily="18" charset="0"/>
              </a:rPr>
              <a:t>Now we are going to maintain the max-heap property</a:t>
            </a:r>
          </a:p>
          <a:p>
            <a:pPr eaLnBrk="1" hangingPunct="1">
              <a:lnSpc>
                <a:spcPct val="100000"/>
              </a:lnSpc>
              <a:spcBef>
                <a:spcPct val="50000"/>
              </a:spcBef>
              <a:buFontTx/>
              <a:buNone/>
            </a:pPr>
            <a:r>
              <a:rPr lang="en-US">
                <a:latin typeface="Times New Roman" panose="02020603050405020304" pitchFamily="18" charset="0"/>
              </a:rPr>
              <a:t>Drawing a heap would make our work easy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179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179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0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179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179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5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8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318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318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8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3" dur="500"/>
                                        <p:tgtEl>
                                          <p:spTgt spid="318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 nodeType="clickPar">
                      <p:stCondLst>
                        <p:cond delay="indefinite"/>
                      </p:stCondLst>
                      <p:childTnLst>
                        <p:par>
                          <p:cTn id="2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6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8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318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318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792" grpId="0" autoUpdateAnimBg="0"/>
      <p:bldP spid="31817" grpId="0" autoUpdateAnimBg="0"/>
      <p:bldP spid="31819" grpId="0" autoUpdateAnimBg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6" name="Rectangle 2"/>
          <p:cNvSpPr>
            <a:spLocks noGrp="1" noChangeArrowheads="1"/>
          </p:cNvSpPr>
          <p:nvPr>
            <p:ph type="title"/>
          </p:nvPr>
        </p:nvSpPr>
        <p:spPr>
          <a:xfrm>
            <a:off x="2057400" y="533400"/>
            <a:ext cx="4237038" cy="533400"/>
          </a:xfrm>
        </p:spPr>
        <p:txBody>
          <a:bodyPr rtlCol="0">
            <a:normAutofit fontScale="9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sz="4000" dirty="0"/>
              <a:t>MAX_HEAPIFY (</a:t>
            </a:r>
            <a:r>
              <a:rPr lang="en-US" sz="4000" i="1" dirty="0"/>
              <a:t>A</a:t>
            </a:r>
            <a:r>
              <a:rPr lang="en-US" sz="4000" dirty="0"/>
              <a:t>,1)</a:t>
            </a:r>
          </a:p>
        </p:txBody>
      </p:sp>
      <p:sp>
        <p:nvSpPr>
          <p:cNvPr id="38915" name="Slide Number Placeholder 5"/>
          <p:cNvSpPr>
            <a:spLocks noGrp="1"/>
          </p:cNvSpPr>
          <p:nvPr>
            <p:ph type="sldNum" sz="quarter" idx="12"/>
          </p:nvPr>
        </p:nvSpPr>
        <p:spPr bwMode="auto">
          <a:xfrm>
            <a:off x="8948738" y="6459539"/>
            <a:ext cx="984250" cy="3651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fld id="{91C5BA02-D35C-40D9-91F0-3BE3702E03D7}" type="slidenum">
              <a:rPr lang="en-US" sz="800">
                <a:latin typeface="Tahoma" panose="020B0604030504040204" pitchFamily="34" charset="0"/>
              </a:rPr>
              <a:pPr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t>13</a:t>
            </a:fld>
            <a:endParaRPr lang="en-US" sz="800">
              <a:latin typeface="Tahoma" panose="020B0604030504040204" pitchFamily="34" charset="0"/>
            </a:endParaRPr>
          </a:p>
        </p:txBody>
      </p:sp>
      <p:sp>
        <p:nvSpPr>
          <p:cNvPr id="32859" name="AutoShape 91" descr="Pink tissue paper"/>
          <p:cNvSpPr>
            <a:spLocks noChangeArrowheads="1"/>
          </p:cNvSpPr>
          <p:nvPr/>
        </p:nvSpPr>
        <p:spPr bwMode="auto">
          <a:xfrm>
            <a:off x="6096000" y="2057400"/>
            <a:ext cx="685800" cy="457200"/>
          </a:xfrm>
          <a:prstGeom prst="rightArrow">
            <a:avLst>
              <a:gd name="adj1" fmla="val 50000"/>
              <a:gd name="adj2" fmla="val 37500"/>
            </a:avLst>
          </a:prstGeom>
          <a:blipFill dpi="0" rotWithShape="0">
            <a:blip r:embed="rId3"/>
            <a:srcRect/>
            <a:tile tx="0" ty="0" sx="100000" sy="100000" flip="none" algn="tl"/>
          </a:blip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endParaRPr lang="en-US" sz="2400">
              <a:latin typeface="Tahoma" panose="020B0604030504040204" pitchFamily="34" charset="0"/>
            </a:endParaRPr>
          </a:p>
        </p:txBody>
      </p:sp>
      <p:grpSp>
        <p:nvGrpSpPr>
          <p:cNvPr id="9" name="Group 8"/>
          <p:cNvGrpSpPr/>
          <p:nvPr/>
        </p:nvGrpSpPr>
        <p:grpSpPr>
          <a:xfrm>
            <a:off x="7010400" y="3571876"/>
            <a:ext cx="3054350" cy="473075"/>
            <a:chOff x="5486400" y="3571875"/>
            <a:chExt cx="3054350" cy="473075"/>
          </a:xfrm>
        </p:grpSpPr>
        <p:sp>
          <p:nvSpPr>
            <p:cNvPr id="32913" name="Text Box 145"/>
            <p:cNvSpPr txBox="1">
              <a:spLocks noChangeArrowheads="1"/>
            </p:cNvSpPr>
            <p:nvPr/>
          </p:nvSpPr>
          <p:spPr bwMode="auto">
            <a:xfrm>
              <a:off x="5486400" y="3571875"/>
              <a:ext cx="2362200" cy="369888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50000"/>
                </a:spcBef>
                <a:buFontTx/>
                <a:buNone/>
              </a:pPr>
              <a:r>
                <a:rPr lang="en-US" sz="1800" dirty="0">
                  <a:solidFill>
                    <a:schemeClr val="tx2"/>
                  </a:solidFill>
                  <a:latin typeface="Times New Roman" panose="02020603050405020304" pitchFamily="18" charset="0"/>
                </a:rPr>
                <a:t>MAX_HEAPIFY (</a:t>
              </a:r>
              <a:r>
                <a:rPr lang="en-US" sz="1800" i="1" dirty="0">
                  <a:solidFill>
                    <a:schemeClr val="tx2"/>
                  </a:solidFill>
                  <a:latin typeface="Times New Roman" panose="02020603050405020304" pitchFamily="18" charset="0"/>
                </a:rPr>
                <a:t>A</a:t>
              </a:r>
              <a:r>
                <a:rPr lang="en-US" sz="1800" dirty="0">
                  <a:solidFill>
                    <a:schemeClr val="tx2"/>
                  </a:solidFill>
                  <a:latin typeface="Times New Roman" panose="02020603050405020304" pitchFamily="18" charset="0"/>
                </a:rPr>
                <a:t>,2)</a:t>
              </a:r>
            </a:p>
          </p:txBody>
        </p:sp>
        <p:sp>
          <p:nvSpPr>
            <p:cNvPr id="32954" name="AutoShape 186" descr="Pink tissue paper"/>
            <p:cNvSpPr>
              <a:spLocks noChangeArrowheads="1"/>
            </p:cNvSpPr>
            <p:nvPr/>
          </p:nvSpPr>
          <p:spPr bwMode="auto">
            <a:xfrm rot="5484639">
              <a:off x="8083550" y="3587750"/>
              <a:ext cx="457200" cy="457200"/>
            </a:xfrm>
            <a:prstGeom prst="rightArrow">
              <a:avLst>
                <a:gd name="adj1" fmla="val 50000"/>
                <a:gd name="adj2" fmla="val 25000"/>
              </a:avLst>
            </a:prstGeom>
            <a:blipFill dpi="0" rotWithShape="0">
              <a:blip r:embed="rId3"/>
              <a:srcRect/>
              <a:tile tx="0" ty="0" sx="100000" sy="100000" flip="none" algn="tl"/>
            </a:blip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endParaRPr lang="en-US" sz="2400">
                <a:latin typeface="Tahoma" panose="020B0604030504040204" pitchFamily="34" charset="0"/>
              </a:endParaRPr>
            </a:p>
          </p:txBody>
        </p:sp>
      </p:grpSp>
      <p:sp>
        <p:nvSpPr>
          <p:cNvPr id="33010" name="AutoShape 242" descr="Pink tissue paper"/>
          <p:cNvSpPr>
            <a:spLocks noChangeArrowheads="1"/>
          </p:cNvSpPr>
          <p:nvPr/>
        </p:nvSpPr>
        <p:spPr bwMode="auto">
          <a:xfrm>
            <a:off x="6096000" y="4267200"/>
            <a:ext cx="609600" cy="533400"/>
          </a:xfrm>
          <a:prstGeom prst="leftArrow">
            <a:avLst>
              <a:gd name="adj1" fmla="val 50000"/>
              <a:gd name="adj2" fmla="val 28571"/>
            </a:avLst>
          </a:prstGeom>
          <a:blipFill dpi="0" rotWithShape="0">
            <a:blip r:embed="rId3"/>
            <a:srcRect/>
            <a:tile tx="0" ty="0" sx="100000" sy="100000" flip="none" algn="tl"/>
          </a:blip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endParaRPr lang="en-US" sz="2400">
              <a:latin typeface="Tahoma" panose="020B0604030504040204" pitchFamily="34" charset="0"/>
            </a:endParaRPr>
          </a:p>
        </p:txBody>
      </p:sp>
      <p:sp>
        <p:nvSpPr>
          <p:cNvPr id="33012" name="Text Box 244"/>
          <p:cNvSpPr txBox="1">
            <a:spLocks noChangeArrowheads="1"/>
          </p:cNvSpPr>
          <p:nvPr/>
        </p:nvSpPr>
        <p:spPr bwMode="auto">
          <a:xfrm>
            <a:off x="1574800" y="6381750"/>
            <a:ext cx="2006600" cy="4000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50000"/>
              </a:spcBef>
              <a:buFontTx/>
              <a:buNone/>
            </a:pPr>
            <a:r>
              <a:rPr lang="en-US" sz="2000" dirty="0">
                <a:latin typeface="Times New Roman" panose="02020603050405020304" pitchFamily="18" charset="0"/>
              </a:rPr>
              <a:t>To be contd.</a:t>
            </a:r>
          </a:p>
        </p:txBody>
      </p:sp>
      <p:sp>
        <p:nvSpPr>
          <p:cNvPr id="179" name="AutoShape 186" descr="Pink tissue paper"/>
          <p:cNvSpPr>
            <a:spLocks noChangeArrowheads="1"/>
          </p:cNvSpPr>
          <p:nvPr/>
        </p:nvSpPr>
        <p:spPr bwMode="auto">
          <a:xfrm rot="5484639">
            <a:off x="2813050" y="5949950"/>
            <a:ext cx="457200" cy="457200"/>
          </a:xfrm>
          <a:prstGeom prst="rightArrow">
            <a:avLst>
              <a:gd name="adj1" fmla="val 50000"/>
              <a:gd name="adj2" fmla="val 25000"/>
            </a:avLst>
          </a:prstGeom>
          <a:blipFill dpi="0" rotWithShape="0">
            <a:blip r:embed="rId3"/>
            <a:srcRect/>
            <a:tile tx="0" ty="0" sx="100000" sy="100000" flip="none" algn="tl"/>
          </a:blip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endParaRPr lang="en-US" sz="2400">
              <a:latin typeface="Tahoma" panose="020B0604030504040204" pitchFamily="34" charset="0"/>
            </a:endParaRPr>
          </a:p>
        </p:txBody>
      </p:sp>
      <p:grpSp>
        <p:nvGrpSpPr>
          <p:cNvPr id="5" name="Group 4"/>
          <p:cNvGrpSpPr/>
          <p:nvPr/>
        </p:nvGrpSpPr>
        <p:grpSpPr>
          <a:xfrm>
            <a:off x="2209800" y="3838576"/>
            <a:ext cx="3733800" cy="2474913"/>
            <a:chOff x="685800" y="3838575"/>
            <a:chExt cx="3733800" cy="2474913"/>
          </a:xfrm>
        </p:grpSpPr>
        <p:grpSp>
          <p:nvGrpSpPr>
            <p:cNvPr id="33011" name="Group 243"/>
            <p:cNvGrpSpPr>
              <a:grpSpLocks/>
            </p:cNvGrpSpPr>
            <p:nvPr/>
          </p:nvGrpSpPr>
          <p:grpSpPr bwMode="auto">
            <a:xfrm>
              <a:off x="990600" y="4038600"/>
              <a:ext cx="3429000" cy="2274888"/>
              <a:chOff x="624" y="2544"/>
              <a:chExt cx="2160" cy="1433"/>
            </a:xfrm>
          </p:grpSpPr>
          <p:sp>
            <p:nvSpPr>
              <p:cNvPr id="23566" name="Oval 194"/>
              <p:cNvSpPr>
                <a:spLocks noChangeArrowheads="1"/>
              </p:cNvSpPr>
              <p:nvPr/>
            </p:nvSpPr>
            <p:spPr bwMode="auto">
              <a:xfrm>
                <a:off x="1677" y="2544"/>
                <a:ext cx="324" cy="205"/>
              </a:xfrm>
              <a:prstGeom prst="ellipse">
                <a:avLst/>
              </a:prstGeom>
              <a:solidFill>
                <a:schemeClr val="accent1">
                  <a:lumMod val="60000"/>
                  <a:lumOff val="40000"/>
                </a:schemeClr>
              </a:solidFill>
              <a:ln w="1270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>
                <a:lvl1pPr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9pPr>
              </a:lstStyle>
              <a:p>
                <a:pPr eaLnBrk="1" hangingPunct="1">
                  <a:defRPr/>
                </a:pPr>
                <a:endParaRPr lang="en-US"/>
              </a:p>
            </p:txBody>
          </p:sp>
          <p:sp>
            <p:nvSpPr>
              <p:cNvPr id="38967" name="Rectangle 195"/>
              <p:cNvSpPr>
                <a:spLocks noChangeArrowheads="1"/>
              </p:cNvSpPr>
              <p:nvPr/>
            </p:nvSpPr>
            <p:spPr bwMode="auto">
              <a:xfrm>
                <a:off x="1777" y="2598"/>
                <a:ext cx="152" cy="12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1pPr>
                <a:lvl2pPr marL="742950" indent="-28575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2pPr>
                <a:lvl3pPr marL="11430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3pPr>
                <a:lvl4pPr marL="16002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4pPr>
                <a:lvl5pPr marL="20574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5pPr>
                <a:lvl6pPr marL="2514600" indent="-2286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6pPr>
                <a:lvl7pPr marL="2971800" indent="-2286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7pPr>
                <a:lvl8pPr marL="3429000" indent="-2286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8pPr>
                <a:lvl9pPr marL="3886200" indent="-2286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9pPr>
              </a:lstStyle>
              <a:p>
                <a:pPr eaLnBrk="1" hangingPunct="1">
                  <a:lnSpc>
                    <a:spcPct val="100000"/>
                  </a:lnSpc>
                  <a:spcBef>
                    <a:spcPct val="0"/>
                  </a:spcBef>
                  <a:buFontTx/>
                  <a:buNone/>
                </a:pPr>
                <a:endParaRPr lang="en-US" sz="2400">
                  <a:latin typeface="Tahoma" panose="020B0604030504040204" pitchFamily="34" charset="0"/>
                </a:endParaRPr>
              </a:p>
            </p:txBody>
          </p:sp>
          <p:sp>
            <p:nvSpPr>
              <p:cNvPr id="38968" name="Rectangle 196"/>
              <p:cNvSpPr>
                <a:spLocks noChangeArrowheads="1"/>
              </p:cNvSpPr>
              <p:nvPr/>
            </p:nvSpPr>
            <p:spPr bwMode="auto">
              <a:xfrm>
                <a:off x="1777" y="2600"/>
                <a:ext cx="128" cy="15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1pPr>
                <a:lvl2pPr marL="742950" indent="-28575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2pPr>
                <a:lvl3pPr marL="11430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3pPr>
                <a:lvl4pPr marL="16002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4pPr>
                <a:lvl5pPr marL="20574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5pPr>
                <a:lvl6pPr marL="2514600" indent="-2286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6pPr>
                <a:lvl7pPr marL="2971800" indent="-2286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7pPr>
                <a:lvl8pPr marL="3429000" indent="-2286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8pPr>
                <a:lvl9pPr marL="3886200" indent="-2286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9pPr>
              </a:lstStyle>
              <a:p>
                <a:pPr eaLnBrk="1" hangingPunct="1">
                  <a:lnSpc>
                    <a:spcPct val="100000"/>
                  </a:lnSpc>
                  <a:spcBef>
                    <a:spcPct val="0"/>
                  </a:spcBef>
                  <a:buFontTx/>
                  <a:buNone/>
                </a:pPr>
                <a:r>
                  <a:rPr lang="en-US" sz="1600">
                    <a:solidFill>
                      <a:srgbClr val="000000"/>
                    </a:solidFill>
                    <a:latin typeface="Times New Roman" panose="02020603050405020304" pitchFamily="18" charset="0"/>
                  </a:rPr>
                  <a:t>24</a:t>
                </a:r>
                <a:endParaRPr lang="en-US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3569" name="Oval 197"/>
              <p:cNvSpPr>
                <a:spLocks noChangeArrowheads="1"/>
              </p:cNvSpPr>
              <p:nvPr/>
            </p:nvSpPr>
            <p:spPr bwMode="auto">
              <a:xfrm>
                <a:off x="1218" y="2826"/>
                <a:ext cx="322" cy="203"/>
              </a:xfrm>
              <a:prstGeom prst="ellipse">
                <a:avLst/>
              </a:prstGeom>
              <a:solidFill>
                <a:schemeClr val="accent1">
                  <a:lumMod val="60000"/>
                  <a:lumOff val="40000"/>
                </a:schemeClr>
              </a:solidFill>
              <a:ln w="1270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>
                <a:lvl1pPr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9pPr>
              </a:lstStyle>
              <a:p>
                <a:pPr eaLnBrk="1" hangingPunct="1">
                  <a:defRPr/>
                </a:pPr>
                <a:endParaRPr lang="en-US"/>
              </a:p>
            </p:txBody>
          </p:sp>
          <p:sp>
            <p:nvSpPr>
              <p:cNvPr id="38970" name="Rectangle 198"/>
              <p:cNvSpPr>
                <a:spLocks noChangeArrowheads="1"/>
              </p:cNvSpPr>
              <p:nvPr/>
            </p:nvSpPr>
            <p:spPr bwMode="auto">
              <a:xfrm>
                <a:off x="1318" y="2880"/>
                <a:ext cx="152" cy="12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1pPr>
                <a:lvl2pPr marL="742950" indent="-28575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2pPr>
                <a:lvl3pPr marL="11430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3pPr>
                <a:lvl4pPr marL="16002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4pPr>
                <a:lvl5pPr marL="20574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5pPr>
                <a:lvl6pPr marL="2514600" indent="-2286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6pPr>
                <a:lvl7pPr marL="2971800" indent="-2286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7pPr>
                <a:lvl8pPr marL="3429000" indent="-2286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8pPr>
                <a:lvl9pPr marL="3886200" indent="-2286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9pPr>
              </a:lstStyle>
              <a:p>
                <a:pPr eaLnBrk="1" hangingPunct="1">
                  <a:lnSpc>
                    <a:spcPct val="100000"/>
                  </a:lnSpc>
                  <a:spcBef>
                    <a:spcPct val="0"/>
                  </a:spcBef>
                  <a:buFontTx/>
                  <a:buNone/>
                </a:pPr>
                <a:endParaRPr lang="en-US" sz="2400">
                  <a:latin typeface="Tahoma" panose="020B0604030504040204" pitchFamily="34" charset="0"/>
                </a:endParaRPr>
              </a:p>
            </p:txBody>
          </p:sp>
          <p:sp>
            <p:nvSpPr>
              <p:cNvPr id="38971" name="Rectangle 199"/>
              <p:cNvSpPr>
                <a:spLocks noChangeArrowheads="1"/>
              </p:cNvSpPr>
              <p:nvPr/>
            </p:nvSpPr>
            <p:spPr bwMode="auto">
              <a:xfrm>
                <a:off x="1318" y="2879"/>
                <a:ext cx="128" cy="15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1pPr>
                <a:lvl2pPr marL="742950" indent="-28575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2pPr>
                <a:lvl3pPr marL="11430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3pPr>
                <a:lvl4pPr marL="16002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4pPr>
                <a:lvl5pPr marL="20574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5pPr>
                <a:lvl6pPr marL="2514600" indent="-2286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6pPr>
                <a:lvl7pPr marL="2971800" indent="-2286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7pPr>
                <a:lvl8pPr marL="3429000" indent="-2286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8pPr>
                <a:lvl9pPr marL="3886200" indent="-2286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9pPr>
              </a:lstStyle>
              <a:p>
                <a:pPr eaLnBrk="1" hangingPunct="1">
                  <a:lnSpc>
                    <a:spcPct val="100000"/>
                  </a:lnSpc>
                  <a:spcBef>
                    <a:spcPct val="0"/>
                  </a:spcBef>
                  <a:buFontTx/>
                  <a:buNone/>
                </a:pPr>
                <a:r>
                  <a:rPr lang="en-US" sz="1600">
                    <a:solidFill>
                      <a:srgbClr val="000000"/>
                    </a:solidFill>
                    <a:latin typeface="Times New Roman" panose="02020603050405020304" pitchFamily="18" charset="0"/>
                  </a:rPr>
                  <a:t>21</a:t>
                </a:r>
                <a:endParaRPr lang="en-US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3572" name="Oval 200"/>
              <p:cNvSpPr>
                <a:spLocks noChangeArrowheads="1"/>
              </p:cNvSpPr>
              <p:nvPr/>
            </p:nvSpPr>
            <p:spPr bwMode="auto">
              <a:xfrm>
                <a:off x="2138" y="2838"/>
                <a:ext cx="317" cy="205"/>
              </a:xfrm>
              <a:prstGeom prst="ellipse">
                <a:avLst/>
              </a:prstGeom>
              <a:solidFill>
                <a:schemeClr val="accent1">
                  <a:lumMod val="60000"/>
                  <a:lumOff val="40000"/>
                </a:schemeClr>
              </a:solidFill>
              <a:ln w="1270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>
                <a:lvl1pPr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9pPr>
              </a:lstStyle>
              <a:p>
                <a:pPr eaLnBrk="1" hangingPunct="1">
                  <a:defRPr/>
                </a:pPr>
                <a:endParaRPr lang="en-US"/>
              </a:p>
            </p:txBody>
          </p:sp>
          <p:sp>
            <p:nvSpPr>
              <p:cNvPr id="38973" name="Rectangle 201"/>
              <p:cNvSpPr>
                <a:spLocks noChangeArrowheads="1"/>
              </p:cNvSpPr>
              <p:nvPr/>
            </p:nvSpPr>
            <p:spPr bwMode="auto">
              <a:xfrm>
                <a:off x="2238" y="2892"/>
                <a:ext cx="150" cy="12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1pPr>
                <a:lvl2pPr marL="742950" indent="-28575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2pPr>
                <a:lvl3pPr marL="11430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3pPr>
                <a:lvl4pPr marL="16002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4pPr>
                <a:lvl5pPr marL="20574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5pPr>
                <a:lvl6pPr marL="2514600" indent="-2286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6pPr>
                <a:lvl7pPr marL="2971800" indent="-2286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7pPr>
                <a:lvl8pPr marL="3429000" indent="-2286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8pPr>
                <a:lvl9pPr marL="3886200" indent="-2286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9pPr>
              </a:lstStyle>
              <a:p>
                <a:pPr eaLnBrk="1" hangingPunct="1">
                  <a:lnSpc>
                    <a:spcPct val="100000"/>
                  </a:lnSpc>
                  <a:spcBef>
                    <a:spcPct val="0"/>
                  </a:spcBef>
                  <a:buFontTx/>
                  <a:buNone/>
                </a:pPr>
                <a:endParaRPr lang="en-US" sz="2400">
                  <a:latin typeface="Tahoma" panose="020B0604030504040204" pitchFamily="34" charset="0"/>
                </a:endParaRPr>
              </a:p>
            </p:txBody>
          </p:sp>
          <p:sp>
            <p:nvSpPr>
              <p:cNvPr id="38974" name="Rectangle 202"/>
              <p:cNvSpPr>
                <a:spLocks noChangeArrowheads="1"/>
              </p:cNvSpPr>
              <p:nvPr/>
            </p:nvSpPr>
            <p:spPr bwMode="auto">
              <a:xfrm>
                <a:off x="2238" y="2893"/>
                <a:ext cx="128" cy="15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1pPr>
                <a:lvl2pPr marL="742950" indent="-28575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2pPr>
                <a:lvl3pPr marL="11430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3pPr>
                <a:lvl4pPr marL="16002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4pPr>
                <a:lvl5pPr marL="20574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5pPr>
                <a:lvl6pPr marL="2514600" indent="-2286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6pPr>
                <a:lvl7pPr marL="2971800" indent="-2286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7pPr>
                <a:lvl8pPr marL="3429000" indent="-2286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8pPr>
                <a:lvl9pPr marL="3886200" indent="-2286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9pPr>
              </a:lstStyle>
              <a:p>
                <a:pPr eaLnBrk="1" hangingPunct="1">
                  <a:lnSpc>
                    <a:spcPct val="100000"/>
                  </a:lnSpc>
                  <a:spcBef>
                    <a:spcPct val="0"/>
                  </a:spcBef>
                  <a:buFontTx/>
                  <a:buNone/>
                </a:pPr>
                <a:r>
                  <a:rPr lang="en-US" sz="1600">
                    <a:solidFill>
                      <a:srgbClr val="000000"/>
                    </a:solidFill>
                    <a:latin typeface="Times New Roman" panose="02020603050405020304" pitchFamily="18" charset="0"/>
                  </a:rPr>
                  <a:t>19</a:t>
                </a:r>
                <a:endParaRPr lang="en-US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3575" name="Oval 203"/>
              <p:cNvSpPr>
                <a:spLocks noChangeArrowheads="1"/>
              </p:cNvSpPr>
              <p:nvPr/>
            </p:nvSpPr>
            <p:spPr bwMode="auto">
              <a:xfrm>
                <a:off x="871" y="3075"/>
                <a:ext cx="300" cy="207"/>
              </a:xfrm>
              <a:prstGeom prst="ellipse">
                <a:avLst/>
              </a:prstGeom>
              <a:solidFill>
                <a:schemeClr val="accent1">
                  <a:lumMod val="60000"/>
                  <a:lumOff val="40000"/>
                </a:schemeClr>
              </a:solidFill>
              <a:ln w="1270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>
                <a:lvl1pPr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9pPr>
              </a:lstStyle>
              <a:p>
                <a:pPr eaLnBrk="1" hangingPunct="1">
                  <a:defRPr/>
                </a:pPr>
                <a:endParaRPr lang="en-US"/>
              </a:p>
            </p:txBody>
          </p:sp>
          <p:sp>
            <p:nvSpPr>
              <p:cNvPr id="38976" name="Rectangle 204"/>
              <p:cNvSpPr>
                <a:spLocks noChangeArrowheads="1"/>
              </p:cNvSpPr>
              <p:nvPr/>
            </p:nvSpPr>
            <p:spPr bwMode="auto">
              <a:xfrm>
                <a:off x="968" y="3131"/>
                <a:ext cx="152" cy="12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1pPr>
                <a:lvl2pPr marL="742950" indent="-28575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2pPr>
                <a:lvl3pPr marL="11430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3pPr>
                <a:lvl4pPr marL="16002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4pPr>
                <a:lvl5pPr marL="20574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5pPr>
                <a:lvl6pPr marL="2514600" indent="-2286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6pPr>
                <a:lvl7pPr marL="2971800" indent="-2286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7pPr>
                <a:lvl8pPr marL="3429000" indent="-2286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8pPr>
                <a:lvl9pPr marL="3886200" indent="-2286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9pPr>
              </a:lstStyle>
              <a:p>
                <a:pPr eaLnBrk="1" hangingPunct="1">
                  <a:lnSpc>
                    <a:spcPct val="100000"/>
                  </a:lnSpc>
                  <a:spcBef>
                    <a:spcPct val="0"/>
                  </a:spcBef>
                  <a:buFontTx/>
                  <a:buNone/>
                </a:pPr>
                <a:endParaRPr lang="en-US" sz="2400">
                  <a:latin typeface="Tahoma" panose="020B0604030504040204" pitchFamily="34" charset="0"/>
                </a:endParaRPr>
              </a:p>
            </p:txBody>
          </p:sp>
          <p:sp>
            <p:nvSpPr>
              <p:cNvPr id="38977" name="Rectangle 205"/>
              <p:cNvSpPr>
                <a:spLocks noChangeArrowheads="1"/>
              </p:cNvSpPr>
              <p:nvPr/>
            </p:nvSpPr>
            <p:spPr bwMode="auto">
              <a:xfrm>
                <a:off x="968" y="3131"/>
                <a:ext cx="64" cy="15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1pPr>
                <a:lvl2pPr marL="742950" indent="-28575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2pPr>
                <a:lvl3pPr marL="11430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3pPr>
                <a:lvl4pPr marL="16002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4pPr>
                <a:lvl5pPr marL="20574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5pPr>
                <a:lvl6pPr marL="2514600" indent="-2286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6pPr>
                <a:lvl7pPr marL="2971800" indent="-2286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7pPr>
                <a:lvl8pPr marL="3429000" indent="-2286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8pPr>
                <a:lvl9pPr marL="3886200" indent="-2286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9pPr>
              </a:lstStyle>
              <a:p>
                <a:pPr eaLnBrk="1" hangingPunct="1">
                  <a:lnSpc>
                    <a:spcPct val="100000"/>
                  </a:lnSpc>
                  <a:spcBef>
                    <a:spcPct val="0"/>
                  </a:spcBef>
                  <a:buFontTx/>
                  <a:buNone/>
                </a:pPr>
                <a:r>
                  <a:rPr lang="en-US" sz="1600">
                    <a:solidFill>
                      <a:srgbClr val="000000"/>
                    </a:solidFill>
                    <a:latin typeface="Times New Roman" panose="02020603050405020304" pitchFamily="18" charset="0"/>
                  </a:rPr>
                  <a:t>7</a:t>
                </a:r>
                <a:endParaRPr lang="en-US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3578" name="Oval 206"/>
              <p:cNvSpPr>
                <a:spLocks noChangeArrowheads="1"/>
              </p:cNvSpPr>
              <p:nvPr/>
            </p:nvSpPr>
            <p:spPr bwMode="auto">
              <a:xfrm>
                <a:off x="1544" y="3093"/>
                <a:ext cx="321" cy="205"/>
              </a:xfrm>
              <a:prstGeom prst="ellipse">
                <a:avLst/>
              </a:prstGeom>
              <a:solidFill>
                <a:schemeClr val="accent1">
                  <a:lumMod val="60000"/>
                  <a:lumOff val="40000"/>
                </a:schemeClr>
              </a:solidFill>
              <a:ln w="1270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>
                <a:lvl1pPr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9pPr>
              </a:lstStyle>
              <a:p>
                <a:pPr eaLnBrk="1" hangingPunct="1">
                  <a:defRPr/>
                </a:pPr>
                <a:endParaRPr lang="en-US"/>
              </a:p>
            </p:txBody>
          </p:sp>
          <p:sp>
            <p:nvSpPr>
              <p:cNvPr id="38979" name="Rectangle 207"/>
              <p:cNvSpPr>
                <a:spLocks noChangeArrowheads="1"/>
              </p:cNvSpPr>
              <p:nvPr/>
            </p:nvSpPr>
            <p:spPr bwMode="auto">
              <a:xfrm>
                <a:off x="1645" y="3148"/>
                <a:ext cx="151" cy="13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1pPr>
                <a:lvl2pPr marL="742950" indent="-28575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2pPr>
                <a:lvl3pPr marL="11430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3pPr>
                <a:lvl4pPr marL="16002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4pPr>
                <a:lvl5pPr marL="20574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5pPr>
                <a:lvl6pPr marL="2514600" indent="-2286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6pPr>
                <a:lvl7pPr marL="2971800" indent="-2286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7pPr>
                <a:lvl8pPr marL="3429000" indent="-2286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8pPr>
                <a:lvl9pPr marL="3886200" indent="-2286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9pPr>
              </a:lstStyle>
              <a:p>
                <a:pPr eaLnBrk="1" hangingPunct="1">
                  <a:lnSpc>
                    <a:spcPct val="100000"/>
                  </a:lnSpc>
                  <a:spcBef>
                    <a:spcPct val="0"/>
                  </a:spcBef>
                  <a:buFontTx/>
                  <a:buNone/>
                </a:pPr>
                <a:endParaRPr lang="en-US" sz="2400">
                  <a:latin typeface="Tahoma" panose="020B0604030504040204" pitchFamily="34" charset="0"/>
                </a:endParaRPr>
              </a:p>
            </p:txBody>
          </p:sp>
          <p:sp>
            <p:nvSpPr>
              <p:cNvPr id="38980" name="Rectangle 208"/>
              <p:cNvSpPr>
                <a:spLocks noChangeArrowheads="1"/>
              </p:cNvSpPr>
              <p:nvPr/>
            </p:nvSpPr>
            <p:spPr bwMode="auto">
              <a:xfrm>
                <a:off x="1645" y="3150"/>
                <a:ext cx="128" cy="15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1pPr>
                <a:lvl2pPr marL="742950" indent="-28575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2pPr>
                <a:lvl3pPr marL="11430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3pPr>
                <a:lvl4pPr marL="16002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4pPr>
                <a:lvl5pPr marL="20574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5pPr>
                <a:lvl6pPr marL="2514600" indent="-2286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6pPr>
                <a:lvl7pPr marL="2971800" indent="-2286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7pPr>
                <a:lvl8pPr marL="3429000" indent="-2286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8pPr>
                <a:lvl9pPr marL="3886200" indent="-2286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9pPr>
              </a:lstStyle>
              <a:p>
                <a:pPr eaLnBrk="1" hangingPunct="1">
                  <a:lnSpc>
                    <a:spcPct val="100000"/>
                  </a:lnSpc>
                  <a:spcBef>
                    <a:spcPct val="0"/>
                  </a:spcBef>
                  <a:buFontTx/>
                  <a:buNone/>
                </a:pPr>
                <a:r>
                  <a:rPr lang="en-US" sz="1600">
                    <a:solidFill>
                      <a:srgbClr val="000000"/>
                    </a:solidFill>
                    <a:latin typeface="Times New Roman" panose="02020603050405020304" pitchFamily="18" charset="0"/>
                  </a:rPr>
                  <a:t>14</a:t>
                </a:r>
                <a:endParaRPr lang="en-US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3581" name="Oval 209"/>
              <p:cNvSpPr>
                <a:spLocks noChangeArrowheads="1"/>
              </p:cNvSpPr>
              <p:nvPr/>
            </p:nvSpPr>
            <p:spPr bwMode="auto">
              <a:xfrm>
                <a:off x="1917" y="3081"/>
                <a:ext cx="309" cy="205"/>
              </a:xfrm>
              <a:prstGeom prst="ellipse">
                <a:avLst/>
              </a:prstGeom>
              <a:solidFill>
                <a:schemeClr val="accent1">
                  <a:lumMod val="60000"/>
                  <a:lumOff val="40000"/>
                </a:schemeClr>
              </a:solidFill>
              <a:ln w="1270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>
                <a:lvl1pPr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9pPr>
              </a:lstStyle>
              <a:p>
                <a:pPr eaLnBrk="1" hangingPunct="1">
                  <a:defRPr/>
                </a:pPr>
                <a:endParaRPr lang="en-US"/>
              </a:p>
            </p:txBody>
          </p:sp>
          <p:sp>
            <p:nvSpPr>
              <p:cNvPr id="38982" name="Rectangle 210"/>
              <p:cNvSpPr>
                <a:spLocks noChangeArrowheads="1"/>
              </p:cNvSpPr>
              <p:nvPr/>
            </p:nvSpPr>
            <p:spPr bwMode="auto">
              <a:xfrm>
                <a:off x="2017" y="3135"/>
                <a:ext cx="149" cy="13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1pPr>
                <a:lvl2pPr marL="742950" indent="-28575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2pPr>
                <a:lvl3pPr marL="11430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3pPr>
                <a:lvl4pPr marL="16002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4pPr>
                <a:lvl5pPr marL="20574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5pPr>
                <a:lvl6pPr marL="2514600" indent="-2286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6pPr>
                <a:lvl7pPr marL="2971800" indent="-2286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7pPr>
                <a:lvl8pPr marL="3429000" indent="-2286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8pPr>
                <a:lvl9pPr marL="3886200" indent="-2286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9pPr>
              </a:lstStyle>
              <a:p>
                <a:pPr eaLnBrk="1" hangingPunct="1">
                  <a:lnSpc>
                    <a:spcPct val="100000"/>
                  </a:lnSpc>
                  <a:spcBef>
                    <a:spcPct val="0"/>
                  </a:spcBef>
                  <a:buFontTx/>
                  <a:buNone/>
                </a:pPr>
                <a:endParaRPr lang="en-US" sz="2400">
                  <a:latin typeface="Tahoma" panose="020B0604030504040204" pitchFamily="34" charset="0"/>
                </a:endParaRPr>
              </a:p>
            </p:txBody>
          </p:sp>
          <p:sp>
            <p:nvSpPr>
              <p:cNvPr id="38983" name="Rectangle 211"/>
              <p:cNvSpPr>
                <a:spLocks noChangeArrowheads="1"/>
              </p:cNvSpPr>
              <p:nvPr/>
            </p:nvSpPr>
            <p:spPr bwMode="auto">
              <a:xfrm>
                <a:off x="2017" y="3138"/>
                <a:ext cx="128" cy="15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1pPr>
                <a:lvl2pPr marL="742950" indent="-28575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2pPr>
                <a:lvl3pPr marL="11430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3pPr>
                <a:lvl4pPr marL="16002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4pPr>
                <a:lvl5pPr marL="20574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5pPr>
                <a:lvl6pPr marL="2514600" indent="-2286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6pPr>
                <a:lvl7pPr marL="2971800" indent="-2286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7pPr>
                <a:lvl8pPr marL="3429000" indent="-2286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8pPr>
                <a:lvl9pPr marL="3886200" indent="-2286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9pPr>
              </a:lstStyle>
              <a:p>
                <a:pPr eaLnBrk="1" hangingPunct="1">
                  <a:lnSpc>
                    <a:spcPct val="100000"/>
                  </a:lnSpc>
                  <a:spcBef>
                    <a:spcPct val="0"/>
                  </a:spcBef>
                  <a:buFontTx/>
                  <a:buNone/>
                </a:pPr>
                <a:r>
                  <a:rPr lang="en-US" sz="1600" dirty="0">
                    <a:solidFill>
                      <a:srgbClr val="000000"/>
                    </a:solidFill>
                    <a:latin typeface="Times New Roman" panose="02020603050405020304" pitchFamily="18" charset="0"/>
                  </a:rPr>
                  <a:t>03</a:t>
                </a:r>
                <a:endParaRPr lang="en-US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3584" name="Oval 212"/>
              <p:cNvSpPr>
                <a:spLocks noChangeArrowheads="1"/>
              </p:cNvSpPr>
              <p:nvPr/>
            </p:nvSpPr>
            <p:spPr bwMode="auto">
              <a:xfrm>
                <a:off x="2371" y="3087"/>
                <a:ext cx="317" cy="208"/>
              </a:xfrm>
              <a:prstGeom prst="ellipse">
                <a:avLst/>
              </a:prstGeom>
              <a:solidFill>
                <a:schemeClr val="accent1">
                  <a:lumMod val="60000"/>
                  <a:lumOff val="40000"/>
                </a:schemeClr>
              </a:solidFill>
              <a:ln w="1270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>
                <a:lvl1pPr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9pPr>
              </a:lstStyle>
              <a:p>
                <a:pPr eaLnBrk="1" hangingPunct="1">
                  <a:defRPr/>
                </a:pPr>
                <a:endParaRPr lang="en-US"/>
              </a:p>
            </p:txBody>
          </p:sp>
          <p:sp>
            <p:nvSpPr>
              <p:cNvPr id="38985" name="Rectangle 213"/>
              <p:cNvSpPr>
                <a:spLocks noChangeArrowheads="1"/>
              </p:cNvSpPr>
              <p:nvPr/>
            </p:nvSpPr>
            <p:spPr bwMode="auto">
              <a:xfrm>
                <a:off x="2472" y="3144"/>
                <a:ext cx="151" cy="12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1pPr>
                <a:lvl2pPr marL="742950" indent="-28575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2pPr>
                <a:lvl3pPr marL="11430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3pPr>
                <a:lvl4pPr marL="16002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4pPr>
                <a:lvl5pPr marL="20574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5pPr>
                <a:lvl6pPr marL="2514600" indent="-2286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6pPr>
                <a:lvl7pPr marL="2971800" indent="-2286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7pPr>
                <a:lvl8pPr marL="3429000" indent="-2286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8pPr>
                <a:lvl9pPr marL="3886200" indent="-2286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9pPr>
              </a:lstStyle>
              <a:p>
                <a:pPr eaLnBrk="1" hangingPunct="1">
                  <a:lnSpc>
                    <a:spcPct val="100000"/>
                  </a:lnSpc>
                  <a:spcBef>
                    <a:spcPct val="0"/>
                  </a:spcBef>
                  <a:buFontTx/>
                  <a:buNone/>
                </a:pPr>
                <a:endParaRPr lang="en-US" sz="2400">
                  <a:latin typeface="Tahoma" panose="020B0604030504040204" pitchFamily="34" charset="0"/>
                </a:endParaRPr>
              </a:p>
            </p:txBody>
          </p:sp>
          <p:sp>
            <p:nvSpPr>
              <p:cNvPr id="38986" name="Rectangle 214"/>
              <p:cNvSpPr>
                <a:spLocks noChangeArrowheads="1"/>
              </p:cNvSpPr>
              <p:nvPr/>
            </p:nvSpPr>
            <p:spPr bwMode="auto">
              <a:xfrm>
                <a:off x="2472" y="3146"/>
                <a:ext cx="128" cy="15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1pPr>
                <a:lvl2pPr marL="742950" indent="-28575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2pPr>
                <a:lvl3pPr marL="11430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3pPr>
                <a:lvl4pPr marL="16002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4pPr>
                <a:lvl5pPr marL="20574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5pPr>
                <a:lvl6pPr marL="2514600" indent="-2286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6pPr>
                <a:lvl7pPr marL="2971800" indent="-2286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7pPr>
                <a:lvl8pPr marL="3429000" indent="-2286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8pPr>
                <a:lvl9pPr marL="3886200" indent="-2286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9pPr>
              </a:lstStyle>
              <a:p>
                <a:pPr eaLnBrk="1" hangingPunct="1">
                  <a:lnSpc>
                    <a:spcPct val="100000"/>
                  </a:lnSpc>
                  <a:spcBef>
                    <a:spcPct val="0"/>
                  </a:spcBef>
                  <a:buFontTx/>
                  <a:buNone/>
                </a:pPr>
                <a:r>
                  <a:rPr lang="en-US" sz="1600">
                    <a:solidFill>
                      <a:srgbClr val="000000"/>
                    </a:solidFill>
                    <a:latin typeface="Times New Roman" panose="02020603050405020304" pitchFamily="18" charset="0"/>
                  </a:rPr>
                  <a:t>10</a:t>
                </a:r>
                <a:endParaRPr lang="en-US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3587" name="Oval 215"/>
              <p:cNvSpPr>
                <a:spLocks noChangeArrowheads="1"/>
              </p:cNvSpPr>
              <p:nvPr/>
            </p:nvSpPr>
            <p:spPr bwMode="auto">
              <a:xfrm>
                <a:off x="1103" y="3381"/>
                <a:ext cx="275" cy="207"/>
              </a:xfrm>
              <a:prstGeom prst="ellipse">
                <a:avLst/>
              </a:prstGeom>
              <a:solidFill>
                <a:schemeClr val="accent1">
                  <a:lumMod val="60000"/>
                  <a:lumOff val="40000"/>
                </a:schemeClr>
              </a:solidFill>
              <a:ln w="1270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>
                <a:lvl1pPr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9pPr>
              </a:lstStyle>
              <a:p>
                <a:pPr eaLnBrk="1" hangingPunct="1">
                  <a:defRPr/>
                </a:pPr>
                <a:endParaRPr lang="en-US"/>
              </a:p>
            </p:txBody>
          </p:sp>
          <p:sp>
            <p:nvSpPr>
              <p:cNvPr id="38988" name="Rectangle 216"/>
              <p:cNvSpPr>
                <a:spLocks noChangeArrowheads="1"/>
              </p:cNvSpPr>
              <p:nvPr/>
            </p:nvSpPr>
            <p:spPr bwMode="auto">
              <a:xfrm>
                <a:off x="1197" y="3432"/>
                <a:ext cx="131" cy="13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1pPr>
                <a:lvl2pPr marL="742950" indent="-28575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2pPr>
                <a:lvl3pPr marL="11430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3pPr>
                <a:lvl4pPr marL="16002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4pPr>
                <a:lvl5pPr marL="20574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5pPr>
                <a:lvl6pPr marL="2514600" indent="-2286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6pPr>
                <a:lvl7pPr marL="2971800" indent="-2286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7pPr>
                <a:lvl8pPr marL="3429000" indent="-2286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8pPr>
                <a:lvl9pPr marL="3886200" indent="-2286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9pPr>
              </a:lstStyle>
              <a:p>
                <a:pPr eaLnBrk="1" hangingPunct="1">
                  <a:lnSpc>
                    <a:spcPct val="100000"/>
                  </a:lnSpc>
                  <a:spcBef>
                    <a:spcPct val="0"/>
                  </a:spcBef>
                  <a:buFontTx/>
                  <a:buNone/>
                </a:pPr>
                <a:endParaRPr lang="en-US" sz="2400">
                  <a:latin typeface="Tahoma" panose="020B0604030504040204" pitchFamily="34" charset="0"/>
                </a:endParaRPr>
              </a:p>
            </p:txBody>
          </p:sp>
          <p:sp>
            <p:nvSpPr>
              <p:cNvPr id="38989" name="Rectangle 217"/>
              <p:cNvSpPr>
                <a:spLocks noChangeArrowheads="1"/>
              </p:cNvSpPr>
              <p:nvPr/>
            </p:nvSpPr>
            <p:spPr bwMode="auto">
              <a:xfrm>
                <a:off x="1197" y="3433"/>
                <a:ext cx="128" cy="15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1pPr>
                <a:lvl2pPr marL="742950" indent="-28575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2pPr>
                <a:lvl3pPr marL="11430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3pPr>
                <a:lvl4pPr marL="16002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4pPr>
                <a:lvl5pPr marL="20574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5pPr>
                <a:lvl6pPr marL="2514600" indent="-2286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6pPr>
                <a:lvl7pPr marL="2971800" indent="-2286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7pPr>
                <a:lvl8pPr marL="3429000" indent="-2286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8pPr>
                <a:lvl9pPr marL="3886200" indent="-2286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9pPr>
              </a:lstStyle>
              <a:p>
                <a:pPr eaLnBrk="1" hangingPunct="1">
                  <a:lnSpc>
                    <a:spcPct val="100000"/>
                  </a:lnSpc>
                  <a:spcBef>
                    <a:spcPct val="0"/>
                  </a:spcBef>
                  <a:buFontTx/>
                  <a:buNone/>
                </a:pPr>
                <a:r>
                  <a:rPr lang="en-US" sz="1600">
                    <a:solidFill>
                      <a:srgbClr val="000000"/>
                    </a:solidFill>
                    <a:latin typeface="Times New Roman" panose="02020603050405020304" pitchFamily="18" charset="0"/>
                  </a:rPr>
                  <a:t>13</a:t>
                </a:r>
                <a:endParaRPr lang="en-US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3590" name="Oval 218"/>
              <p:cNvSpPr>
                <a:spLocks noChangeArrowheads="1"/>
              </p:cNvSpPr>
              <p:nvPr/>
            </p:nvSpPr>
            <p:spPr bwMode="auto">
              <a:xfrm>
                <a:off x="624" y="3375"/>
                <a:ext cx="272" cy="205"/>
              </a:xfrm>
              <a:prstGeom prst="ellipse">
                <a:avLst/>
              </a:prstGeom>
              <a:solidFill>
                <a:schemeClr val="accent1">
                  <a:lumMod val="60000"/>
                  <a:lumOff val="40000"/>
                </a:schemeClr>
              </a:solidFill>
              <a:ln w="1270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>
                <a:lvl1pPr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9pPr>
              </a:lstStyle>
              <a:p>
                <a:pPr eaLnBrk="1" hangingPunct="1">
                  <a:defRPr/>
                </a:pPr>
                <a:endParaRPr lang="en-US"/>
              </a:p>
            </p:txBody>
          </p:sp>
          <p:sp>
            <p:nvSpPr>
              <p:cNvPr id="38991" name="Rectangle 219"/>
              <p:cNvSpPr>
                <a:spLocks noChangeArrowheads="1"/>
              </p:cNvSpPr>
              <p:nvPr/>
            </p:nvSpPr>
            <p:spPr bwMode="auto">
              <a:xfrm>
                <a:off x="714" y="3429"/>
                <a:ext cx="99" cy="13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1pPr>
                <a:lvl2pPr marL="742950" indent="-28575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2pPr>
                <a:lvl3pPr marL="11430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3pPr>
                <a:lvl4pPr marL="16002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4pPr>
                <a:lvl5pPr marL="20574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5pPr>
                <a:lvl6pPr marL="2514600" indent="-2286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6pPr>
                <a:lvl7pPr marL="2971800" indent="-2286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7pPr>
                <a:lvl8pPr marL="3429000" indent="-2286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8pPr>
                <a:lvl9pPr marL="3886200" indent="-2286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9pPr>
              </a:lstStyle>
              <a:p>
                <a:pPr eaLnBrk="1" hangingPunct="1">
                  <a:lnSpc>
                    <a:spcPct val="100000"/>
                  </a:lnSpc>
                  <a:spcBef>
                    <a:spcPct val="0"/>
                  </a:spcBef>
                  <a:buFontTx/>
                  <a:buNone/>
                </a:pPr>
                <a:endParaRPr lang="en-US" sz="2400">
                  <a:latin typeface="Tahoma" panose="020B0604030504040204" pitchFamily="34" charset="0"/>
                </a:endParaRPr>
              </a:p>
            </p:txBody>
          </p:sp>
          <p:sp>
            <p:nvSpPr>
              <p:cNvPr id="38992" name="Rectangle 220"/>
              <p:cNvSpPr>
                <a:spLocks noChangeArrowheads="1"/>
              </p:cNvSpPr>
              <p:nvPr/>
            </p:nvSpPr>
            <p:spPr bwMode="auto">
              <a:xfrm>
                <a:off x="714" y="3432"/>
                <a:ext cx="64" cy="15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1pPr>
                <a:lvl2pPr marL="742950" indent="-28575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2pPr>
                <a:lvl3pPr marL="11430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3pPr>
                <a:lvl4pPr marL="16002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4pPr>
                <a:lvl5pPr marL="20574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5pPr>
                <a:lvl6pPr marL="2514600" indent="-2286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6pPr>
                <a:lvl7pPr marL="2971800" indent="-2286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7pPr>
                <a:lvl8pPr marL="3429000" indent="-2286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8pPr>
                <a:lvl9pPr marL="3886200" indent="-2286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9pPr>
              </a:lstStyle>
              <a:p>
                <a:pPr eaLnBrk="1" hangingPunct="1">
                  <a:lnSpc>
                    <a:spcPct val="100000"/>
                  </a:lnSpc>
                  <a:spcBef>
                    <a:spcPct val="0"/>
                  </a:spcBef>
                  <a:buFontTx/>
                  <a:buNone/>
                </a:pPr>
                <a:r>
                  <a:rPr lang="en-US" sz="1600">
                    <a:solidFill>
                      <a:srgbClr val="000000"/>
                    </a:solidFill>
                    <a:latin typeface="Times New Roman" panose="02020603050405020304" pitchFamily="18" charset="0"/>
                  </a:rPr>
                  <a:t>2</a:t>
                </a:r>
                <a:endParaRPr lang="en-US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3593" name="Oval 221"/>
              <p:cNvSpPr>
                <a:spLocks noChangeArrowheads="1"/>
              </p:cNvSpPr>
              <p:nvPr/>
            </p:nvSpPr>
            <p:spPr bwMode="auto">
              <a:xfrm>
                <a:off x="1423" y="3381"/>
                <a:ext cx="324" cy="207"/>
              </a:xfrm>
              <a:prstGeom prst="ellipse">
                <a:avLst/>
              </a:prstGeom>
              <a:solidFill>
                <a:schemeClr val="accent1">
                  <a:lumMod val="60000"/>
                  <a:lumOff val="40000"/>
                </a:schemeClr>
              </a:solidFill>
              <a:ln w="1270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>
                <a:lvl1pPr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9pPr>
              </a:lstStyle>
              <a:p>
                <a:pPr eaLnBrk="1" hangingPunct="1">
                  <a:defRPr/>
                </a:pPr>
                <a:endParaRPr lang="en-US"/>
              </a:p>
            </p:txBody>
          </p:sp>
          <p:sp>
            <p:nvSpPr>
              <p:cNvPr id="38994" name="Rectangle 222"/>
              <p:cNvSpPr>
                <a:spLocks noChangeArrowheads="1"/>
              </p:cNvSpPr>
              <p:nvPr/>
            </p:nvSpPr>
            <p:spPr bwMode="auto">
              <a:xfrm>
                <a:off x="1523" y="3437"/>
                <a:ext cx="151" cy="13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1pPr>
                <a:lvl2pPr marL="742950" indent="-28575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2pPr>
                <a:lvl3pPr marL="11430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3pPr>
                <a:lvl4pPr marL="16002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4pPr>
                <a:lvl5pPr marL="20574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5pPr>
                <a:lvl6pPr marL="2514600" indent="-2286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6pPr>
                <a:lvl7pPr marL="2971800" indent="-2286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7pPr>
                <a:lvl8pPr marL="3429000" indent="-2286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8pPr>
                <a:lvl9pPr marL="3886200" indent="-2286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9pPr>
              </a:lstStyle>
              <a:p>
                <a:pPr eaLnBrk="1" hangingPunct="1">
                  <a:lnSpc>
                    <a:spcPct val="100000"/>
                  </a:lnSpc>
                  <a:spcBef>
                    <a:spcPct val="0"/>
                  </a:spcBef>
                  <a:buFontTx/>
                  <a:buNone/>
                </a:pPr>
                <a:endParaRPr lang="en-US" sz="2400">
                  <a:latin typeface="Tahoma" panose="020B0604030504040204" pitchFamily="34" charset="0"/>
                </a:endParaRPr>
              </a:p>
            </p:txBody>
          </p:sp>
          <p:sp>
            <p:nvSpPr>
              <p:cNvPr id="38995" name="Rectangle 223"/>
              <p:cNvSpPr>
                <a:spLocks noChangeArrowheads="1"/>
              </p:cNvSpPr>
              <p:nvPr/>
            </p:nvSpPr>
            <p:spPr bwMode="auto">
              <a:xfrm>
                <a:off x="1523" y="3437"/>
                <a:ext cx="128" cy="15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1pPr>
                <a:lvl2pPr marL="742950" indent="-28575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2pPr>
                <a:lvl3pPr marL="11430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3pPr>
                <a:lvl4pPr marL="16002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4pPr>
                <a:lvl5pPr marL="20574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5pPr>
                <a:lvl6pPr marL="2514600" indent="-2286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6pPr>
                <a:lvl7pPr marL="2971800" indent="-2286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7pPr>
                <a:lvl8pPr marL="3429000" indent="-2286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8pPr>
                <a:lvl9pPr marL="3886200" indent="-2286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9pPr>
              </a:lstStyle>
              <a:p>
                <a:pPr eaLnBrk="1" hangingPunct="1">
                  <a:lnSpc>
                    <a:spcPct val="100000"/>
                  </a:lnSpc>
                  <a:spcBef>
                    <a:spcPct val="0"/>
                  </a:spcBef>
                  <a:buFontTx/>
                  <a:buNone/>
                </a:pPr>
                <a:r>
                  <a:rPr lang="en-US" sz="1600">
                    <a:solidFill>
                      <a:srgbClr val="000000"/>
                    </a:solidFill>
                    <a:latin typeface="Times New Roman" panose="02020603050405020304" pitchFamily="18" charset="0"/>
                  </a:rPr>
                  <a:t>11</a:t>
                </a:r>
                <a:endParaRPr lang="en-US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38996" name="Line 224"/>
              <p:cNvSpPr>
                <a:spLocks noChangeShapeType="1"/>
              </p:cNvSpPr>
              <p:nvPr/>
            </p:nvSpPr>
            <p:spPr bwMode="auto">
              <a:xfrm flipH="1">
                <a:off x="1451" y="2695"/>
                <a:ext cx="240" cy="153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8997" name="Line 225"/>
              <p:cNvSpPr>
                <a:spLocks noChangeShapeType="1"/>
              </p:cNvSpPr>
              <p:nvPr/>
            </p:nvSpPr>
            <p:spPr bwMode="auto">
              <a:xfrm>
                <a:off x="1926" y="2703"/>
                <a:ext cx="238" cy="157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8998" name="Line 226"/>
              <p:cNvSpPr>
                <a:spLocks noChangeShapeType="1"/>
              </p:cNvSpPr>
              <p:nvPr/>
            </p:nvSpPr>
            <p:spPr bwMode="auto">
              <a:xfrm flipH="1">
                <a:off x="1097" y="2977"/>
                <a:ext cx="147" cy="122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8999" name="Line 227"/>
              <p:cNvSpPr>
                <a:spLocks noChangeShapeType="1"/>
              </p:cNvSpPr>
              <p:nvPr/>
            </p:nvSpPr>
            <p:spPr bwMode="auto">
              <a:xfrm>
                <a:off x="1464" y="2984"/>
                <a:ext cx="133" cy="128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9000" name="Line 228"/>
              <p:cNvSpPr>
                <a:spLocks noChangeShapeType="1"/>
              </p:cNvSpPr>
              <p:nvPr/>
            </p:nvSpPr>
            <p:spPr bwMode="auto">
              <a:xfrm flipH="1">
                <a:off x="2101" y="3021"/>
                <a:ext cx="86" cy="66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9001" name="Line 229"/>
              <p:cNvSpPr>
                <a:spLocks noChangeShapeType="1"/>
              </p:cNvSpPr>
              <p:nvPr/>
            </p:nvSpPr>
            <p:spPr bwMode="auto">
              <a:xfrm>
                <a:off x="2351" y="3027"/>
                <a:ext cx="76" cy="72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9002" name="Line 230"/>
              <p:cNvSpPr>
                <a:spLocks noChangeShapeType="1"/>
              </p:cNvSpPr>
              <p:nvPr/>
            </p:nvSpPr>
            <p:spPr bwMode="auto">
              <a:xfrm flipH="1">
                <a:off x="761" y="3240"/>
                <a:ext cx="129" cy="133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9003" name="Line 231"/>
              <p:cNvSpPr>
                <a:spLocks noChangeShapeType="1"/>
              </p:cNvSpPr>
              <p:nvPr/>
            </p:nvSpPr>
            <p:spPr bwMode="auto">
              <a:xfrm>
                <a:off x="1090" y="3254"/>
                <a:ext cx="90" cy="131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9004" name="Line 232"/>
              <p:cNvSpPr>
                <a:spLocks noChangeShapeType="1"/>
              </p:cNvSpPr>
              <p:nvPr/>
            </p:nvSpPr>
            <p:spPr bwMode="auto">
              <a:xfrm flipH="1">
                <a:off x="1569" y="3282"/>
                <a:ext cx="36" cy="99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9005" name="Text Box 240"/>
              <p:cNvSpPr txBox="1">
                <a:spLocks noChangeArrowheads="1"/>
              </p:cNvSpPr>
              <p:nvPr/>
            </p:nvSpPr>
            <p:spPr bwMode="auto">
              <a:xfrm>
                <a:off x="1200" y="3744"/>
                <a:ext cx="1584" cy="233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1pPr>
                <a:lvl2pPr marL="742950" indent="-28575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2pPr>
                <a:lvl3pPr marL="11430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3pPr>
                <a:lvl4pPr marL="16002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4pPr>
                <a:lvl5pPr marL="20574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5pPr>
                <a:lvl6pPr marL="2514600" indent="-2286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6pPr>
                <a:lvl7pPr marL="2971800" indent="-2286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7pPr>
                <a:lvl8pPr marL="3429000" indent="-2286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8pPr>
                <a:lvl9pPr marL="3886200" indent="-2286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9pPr>
              </a:lstStyle>
              <a:p>
                <a:pPr eaLnBrk="1" hangingPunct="1">
                  <a:lnSpc>
                    <a:spcPct val="100000"/>
                  </a:lnSpc>
                  <a:spcBef>
                    <a:spcPct val="50000"/>
                  </a:spcBef>
                  <a:buFontTx/>
                  <a:buNone/>
                </a:pPr>
                <a:r>
                  <a:rPr lang="en-US" sz="1800" dirty="0">
                    <a:solidFill>
                      <a:schemeClr val="tx2"/>
                    </a:solidFill>
                    <a:latin typeface="Times New Roman" panose="02020603050405020304" pitchFamily="18" charset="0"/>
                  </a:rPr>
                  <a:t>MAX_HEAPIFY (</a:t>
                </a:r>
                <a:r>
                  <a:rPr lang="en-US" sz="1800" i="1" dirty="0">
                    <a:solidFill>
                      <a:schemeClr val="tx2"/>
                    </a:solidFill>
                    <a:latin typeface="Times New Roman" panose="02020603050405020304" pitchFamily="18" charset="0"/>
                  </a:rPr>
                  <a:t>A</a:t>
                </a:r>
                <a:r>
                  <a:rPr lang="en-US" sz="1800" dirty="0">
                    <a:solidFill>
                      <a:schemeClr val="tx2"/>
                    </a:solidFill>
                    <a:latin typeface="Times New Roman" panose="02020603050405020304" pitchFamily="18" charset="0"/>
                  </a:rPr>
                  <a:t>,4)</a:t>
                </a:r>
              </a:p>
            </p:txBody>
          </p:sp>
        </p:grpSp>
        <p:sp>
          <p:nvSpPr>
            <p:cNvPr id="191" name="TextBox 190"/>
            <p:cNvSpPr txBox="1"/>
            <p:nvPr/>
          </p:nvSpPr>
          <p:spPr>
            <a:xfrm>
              <a:off x="2632075" y="3838575"/>
              <a:ext cx="263525" cy="276225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>
                <a:defRPr/>
              </a:pPr>
              <a:r>
                <a:rPr lang="en-US" sz="1200" dirty="0">
                  <a:solidFill>
                    <a:srgbClr val="FF0000"/>
                  </a:solidFill>
                  <a:latin typeface="+mn-lt"/>
                </a:rPr>
                <a:t>1</a:t>
              </a:r>
            </a:p>
          </p:txBody>
        </p:sp>
        <p:sp>
          <p:nvSpPr>
            <p:cNvPr id="196" name="TextBox 195"/>
            <p:cNvSpPr txBox="1"/>
            <p:nvPr/>
          </p:nvSpPr>
          <p:spPr>
            <a:xfrm>
              <a:off x="3733800" y="4295775"/>
              <a:ext cx="263525" cy="276225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>
                <a:defRPr/>
              </a:pPr>
              <a:r>
                <a:rPr lang="en-US" sz="1200" dirty="0">
                  <a:solidFill>
                    <a:srgbClr val="FF0000"/>
                  </a:solidFill>
                  <a:latin typeface="+mn-lt"/>
                </a:rPr>
                <a:t>3</a:t>
              </a:r>
            </a:p>
          </p:txBody>
        </p:sp>
        <p:sp>
          <p:nvSpPr>
            <p:cNvPr id="197" name="TextBox 196"/>
            <p:cNvSpPr txBox="1"/>
            <p:nvPr/>
          </p:nvSpPr>
          <p:spPr>
            <a:xfrm>
              <a:off x="1870075" y="4219575"/>
              <a:ext cx="263525" cy="276225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>
                <a:defRPr/>
              </a:pPr>
              <a:r>
                <a:rPr lang="en-US" sz="1200" dirty="0">
                  <a:solidFill>
                    <a:srgbClr val="FF0000"/>
                  </a:solidFill>
                  <a:latin typeface="+mn-lt"/>
                </a:rPr>
                <a:t>2</a:t>
              </a:r>
            </a:p>
          </p:txBody>
        </p:sp>
        <p:sp>
          <p:nvSpPr>
            <p:cNvPr id="199" name="TextBox 198"/>
            <p:cNvSpPr txBox="1"/>
            <p:nvPr/>
          </p:nvSpPr>
          <p:spPr>
            <a:xfrm>
              <a:off x="1066800" y="4829175"/>
              <a:ext cx="263525" cy="276225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>
                <a:defRPr/>
              </a:pPr>
              <a:r>
                <a:rPr lang="en-US" sz="1200" dirty="0">
                  <a:solidFill>
                    <a:srgbClr val="FF0000"/>
                  </a:solidFill>
                  <a:latin typeface="+mn-lt"/>
                </a:rPr>
                <a:t>4</a:t>
              </a:r>
            </a:p>
          </p:txBody>
        </p:sp>
        <p:sp>
          <p:nvSpPr>
            <p:cNvPr id="200" name="TextBox 199"/>
            <p:cNvSpPr txBox="1"/>
            <p:nvPr/>
          </p:nvSpPr>
          <p:spPr>
            <a:xfrm>
              <a:off x="2174875" y="4905375"/>
              <a:ext cx="263525" cy="276225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>
                <a:defRPr/>
              </a:pPr>
              <a:r>
                <a:rPr lang="en-US" sz="1200" dirty="0">
                  <a:solidFill>
                    <a:srgbClr val="FF0000"/>
                  </a:solidFill>
                  <a:latin typeface="+mn-lt"/>
                </a:rPr>
                <a:t>5</a:t>
              </a:r>
            </a:p>
          </p:txBody>
        </p:sp>
        <p:sp>
          <p:nvSpPr>
            <p:cNvPr id="201" name="TextBox 200"/>
            <p:cNvSpPr txBox="1"/>
            <p:nvPr/>
          </p:nvSpPr>
          <p:spPr>
            <a:xfrm>
              <a:off x="3013075" y="4648200"/>
              <a:ext cx="263525" cy="276225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>
                <a:defRPr/>
              </a:pPr>
              <a:r>
                <a:rPr lang="en-US" sz="1200" dirty="0">
                  <a:solidFill>
                    <a:srgbClr val="FF0000"/>
                  </a:solidFill>
                  <a:latin typeface="+mn-lt"/>
                </a:rPr>
                <a:t>6</a:t>
              </a:r>
            </a:p>
          </p:txBody>
        </p:sp>
        <p:sp>
          <p:nvSpPr>
            <p:cNvPr id="202" name="TextBox 201"/>
            <p:cNvSpPr txBox="1"/>
            <p:nvPr/>
          </p:nvSpPr>
          <p:spPr>
            <a:xfrm>
              <a:off x="4156075" y="4676775"/>
              <a:ext cx="263525" cy="276225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>
                <a:defRPr/>
              </a:pPr>
              <a:r>
                <a:rPr lang="en-US" sz="1200" dirty="0">
                  <a:solidFill>
                    <a:srgbClr val="FF0000"/>
                  </a:solidFill>
                  <a:latin typeface="+mn-lt"/>
                </a:rPr>
                <a:t>7</a:t>
              </a:r>
            </a:p>
          </p:txBody>
        </p:sp>
        <p:sp>
          <p:nvSpPr>
            <p:cNvPr id="203" name="TextBox 202"/>
            <p:cNvSpPr txBox="1"/>
            <p:nvPr/>
          </p:nvSpPr>
          <p:spPr>
            <a:xfrm>
              <a:off x="685800" y="5362575"/>
              <a:ext cx="263525" cy="276225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>
                <a:defRPr/>
              </a:pPr>
              <a:r>
                <a:rPr lang="en-US" sz="1200" dirty="0">
                  <a:solidFill>
                    <a:srgbClr val="FF0000"/>
                  </a:solidFill>
                  <a:latin typeface="+mn-lt"/>
                </a:rPr>
                <a:t>8</a:t>
              </a:r>
            </a:p>
          </p:txBody>
        </p:sp>
        <p:sp>
          <p:nvSpPr>
            <p:cNvPr id="204" name="TextBox 203"/>
            <p:cNvSpPr txBox="1"/>
            <p:nvPr/>
          </p:nvSpPr>
          <p:spPr>
            <a:xfrm>
              <a:off x="1828800" y="5133975"/>
              <a:ext cx="263525" cy="276225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>
                <a:defRPr/>
              </a:pPr>
              <a:r>
                <a:rPr lang="en-US" sz="1200" dirty="0">
                  <a:solidFill>
                    <a:srgbClr val="FF0000"/>
                  </a:solidFill>
                  <a:latin typeface="+mn-lt"/>
                </a:rPr>
                <a:t>9</a:t>
              </a:r>
            </a:p>
          </p:txBody>
        </p:sp>
        <p:sp>
          <p:nvSpPr>
            <p:cNvPr id="205" name="TextBox 204"/>
            <p:cNvSpPr txBox="1"/>
            <p:nvPr/>
          </p:nvSpPr>
          <p:spPr>
            <a:xfrm>
              <a:off x="2859088" y="5362575"/>
              <a:ext cx="341312" cy="276225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>
                <a:defRPr/>
              </a:pPr>
              <a:r>
                <a:rPr lang="en-US" sz="1200" dirty="0">
                  <a:solidFill>
                    <a:srgbClr val="FF0000"/>
                  </a:solidFill>
                  <a:latin typeface="+mn-lt"/>
                </a:rPr>
                <a:t>10</a:t>
              </a:r>
            </a:p>
          </p:txBody>
        </p:sp>
      </p:grpSp>
      <p:grpSp>
        <p:nvGrpSpPr>
          <p:cNvPr id="4" name="Group 3"/>
          <p:cNvGrpSpPr/>
          <p:nvPr/>
        </p:nvGrpSpPr>
        <p:grpSpPr>
          <a:xfrm>
            <a:off x="6781800" y="1476376"/>
            <a:ext cx="3733800" cy="1800225"/>
            <a:chOff x="5257800" y="1476375"/>
            <a:chExt cx="3733800" cy="1800225"/>
          </a:xfrm>
        </p:grpSpPr>
        <p:grpSp>
          <p:nvGrpSpPr>
            <p:cNvPr id="32909" name="Group 141"/>
            <p:cNvGrpSpPr>
              <a:grpSpLocks/>
            </p:cNvGrpSpPr>
            <p:nvPr/>
          </p:nvGrpSpPr>
          <p:grpSpPr bwMode="auto">
            <a:xfrm>
              <a:off x="5486400" y="1598613"/>
              <a:ext cx="3352800" cy="1677987"/>
              <a:chOff x="3456" y="1008"/>
              <a:chExt cx="2112" cy="1431"/>
            </a:xfrm>
          </p:grpSpPr>
          <p:sp>
            <p:nvSpPr>
              <p:cNvPr id="23649" name="Oval 98"/>
              <p:cNvSpPr>
                <a:spLocks noChangeArrowheads="1"/>
              </p:cNvSpPr>
              <p:nvPr/>
            </p:nvSpPr>
            <p:spPr bwMode="auto">
              <a:xfrm>
                <a:off x="4533" y="1008"/>
                <a:ext cx="332" cy="282"/>
              </a:xfrm>
              <a:prstGeom prst="ellipse">
                <a:avLst/>
              </a:prstGeom>
              <a:solidFill>
                <a:schemeClr val="accent1">
                  <a:lumMod val="60000"/>
                  <a:lumOff val="40000"/>
                </a:schemeClr>
              </a:solidFill>
              <a:ln w="1270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>
                <a:lvl1pPr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9pPr>
              </a:lstStyle>
              <a:p>
                <a:pPr eaLnBrk="1" hangingPunct="1">
                  <a:defRPr/>
                </a:pPr>
                <a:endParaRPr lang="en-US"/>
              </a:p>
            </p:txBody>
          </p:sp>
          <p:sp>
            <p:nvSpPr>
              <p:cNvPr id="39050" name="Rectangle 99"/>
              <p:cNvSpPr>
                <a:spLocks noChangeArrowheads="1"/>
              </p:cNvSpPr>
              <p:nvPr/>
            </p:nvSpPr>
            <p:spPr bwMode="auto">
              <a:xfrm>
                <a:off x="4636" y="1082"/>
                <a:ext cx="155" cy="17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1pPr>
                <a:lvl2pPr marL="742950" indent="-28575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2pPr>
                <a:lvl3pPr marL="11430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3pPr>
                <a:lvl4pPr marL="16002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4pPr>
                <a:lvl5pPr marL="20574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5pPr>
                <a:lvl6pPr marL="2514600" indent="-2286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6pPr>
                <a:lvl7pPr marL="2971800" indent="-2286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7pPr>
                <a:lvl8pPr marL="3429000" indent="-2286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8pPr>
                <a:lvl9pPr marL="3886200" indent="-2286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9pPr>
              </a:lstStyle>
              <a:p>
                <a:pPr eaLnBrk="1" hangingPunct="1">
                  <a:lnSpc>
                    <a:spcPct val="100000"/>
                  </a:lnSpc>
                  <a:spcBef>
                    <a:spcPct val="0"/>
                  </a:spcBef>
                  <a:buFontTx/>
                  <a:buNone/>
                </a:pPr>
                <a:endParaRPr lang="en-US" sz="2400">
                  <a:latin typeface="Tahoma" panose="020B0604030504040204" pitchFamily="34" charset="0"/>
                </a:endParaRPr>
              </a:p>
            </p:txBody>
          </p:sp>
          <p:sp>
            <p:nvSpPr>
              <p:cNvPr id="39051" name="Rectangle 100"/>
              <p:cNvSpPr>
                <a:spLocks noChangeArrowheads="1"/>
              </p:cNvSpPr>
              <p:nvPr/>
            </p:nvSpPr>
            <p:spPr bwMode="auto">
              <a:xfrm>
                <a:off x="4636" y="1084"/>
                <a:ext cx="128" cy="20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1pPr>
                <a:lvl2pPr marL="742950" indent="-28575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2pPr>
                <a:lvl3pPr marL="11430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3pPr>
                <a:lvl4pPr marL="16002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4pPr>
                <a:lvl5pPr marL="20574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5pPr>
                <a:lvl6pPr marL="2514600" indent="-2286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6pPr>
                <a:lvl7pPr marL="2971800" indent="-2286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7pPr>
                <a:lvl8pPr marL="3429000" indent="-2286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8pPr>
                <a:lvl9pPr marL="3886200" indent="-2286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9pPr>
              </a:lstStyle>
              <a:p>
                <a:pPr eaLnBrk="1" hangingPunct="1">
                  <a:lnSpc>
                    <a:spcPct val="100000"/>
                  </a:lnSpc>
                  <a:spcBef>
                    <a:spcPct val="0"/>
                  </a:spcBef>
                  <a:buFontTx/>
                  <a:buNone/>
                </a:pPr>
                <a:r>
                  <a:rPr lang="en-US" sz="1600">
                    <a:solidFill>
                      <a:srgbClr val="000000"/>
                    </a:solidFill>
                    <a:latin typeface="Times New Roman" panose="02020603050405020304" pitchFamily="18" charset="0"/>
                  </a:rPr>
                  <a:t>24</a:t>
                </a:r>
                <a:endParaRPr lang="en-US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3652" name="Oval 101"/>
              <p:cNvSpPr>
                <a:spLocks noChangeArrowheads="1"/>
              </p:cNvSpPr>
              <p:nvPr/>
            </p:nvSpPr>
            <p:spPr bwMode="auto">
              <a:xfrm>
                <a:off x="4063" y="1394"/>
                <a:ext cx="330" cy="278"/>
              </a:xfrm>
              <a:prstGeom prst="ellipse">
                <a:avLst/>
              </a:prstGeom>
              <a:solidFill>
                <a:schemeClr val="accent1">
                  <a:lumMod val="60000"/>
                  <a:lumOff val="40000"/>
                </a:schemeClr>
              </a:solidFill>
              <a:ln w="1270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>
                <a:lvl1pPr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9pPr>
              </a:lstStyle>
              <a:p>
                <a:pPr eaLnBrk="1" hangingPunct="1">
                  <a:defRPr/>
                </a:pPr>
                <a:endParaRPr lang="en-US"/>
              </a:p>
            </p:txBody>
          </p:sp>
          <p:sp>
            <p:nvSpPr>
              <p:cNvPr id="39053" name="Rectangle 102"/>
              <p:cNvSpPr>
                <a:spLocks noChangeArrowheads="1"/>
              </p:cNvSpPr>
              <p:nvPr/>
            </p:nvSpPr>
            <p:spPr bwMode="auto">
              <a:xfrm>
                <a:off x="4166" y="1468"/>
                <a:ext cx="155" cy="17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1pPr>
                <a:lvl2pPr marL="742950" indent="-28575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2pPr>
                <a:lvl3pPr marL="11430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3pPr>
                <a:lvl4pPr marL="16002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4pPr>
                <a:lvl5pPr marL="20574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5pPr>
                <a:lvl6pPr marL="2514600" indent="-2286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6pPr>
                <a:lvl7pPr marL="2971800" indent="-2286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7pPr>
                <a:lvl8pPr marL="3429000" indent="-2286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8pPr>
                <a:lvl9pPr marL="3886200" indent="-2286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9pPr>
              </a:lstStyle>
              <a:p>
                <a:pPr eaLnBrk="1" hangingPunct="1">
                  <a:lnSpc>
                    <a:spcPct val="100000"/>
                  </a:lnSpc>
                  <a:spcBef>
                    <a:spcPct val="0"/>
                  </a:spcBef>
                  <a:buFontTx/>
                  <a:buNone/>
                </a:pPr>
                <a:endParaRPr lang="en-US" sz="2400">
                  <a:latin typeface="Tahoma" panose="020B0604030504040204" pitchFamily="34" charset="0"/>
                </a:endParaRPr>
              </a:p>
            </p:txBody>
          </p:sp>
          <p:sp>
            <p:nvSpPr>
              <p:cNvPr id="39054" name="Rectangle 103"/>
              <p:cNvSpPr>
                <a:spLocks noChangeArrowheads="1"/>
              </p:cNvSpPr>
              <p:nvPr/>
            </p:nvSpPr>
            <p:spPr bwMode="auto">
              <a:xfrm>
                <a:off x="4166" y="1468"/>
                <a:ext cx="64" cy="20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1pPr>
                <a:lvl2pPr marL="742950" indent="-28575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2pPr>
                <a:lvl3pPr marL="11430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3pPr>
                <a:lvl4pPr marL="16002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4pPr>
                <a:lvl5pPr marL="20574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5pPr>
                <a:lvl6pPr marL="2514600" indent="-2286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6pPr>
                <a:lvl7pPr marL="2971800" indent="-2286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7pPr>
                <a:lvl8pPr marL="3429000" indent="-2286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8pPr>
                <a:lvl9pPr marL="3886200" indent="-2286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9pPr>
              </a:lstStyle>
              <a:p>
                <a:pPr eaLnBrk="1" hangingPunct="1">
                  <a:lnSpc>
                    <a:spcPct val="100000"/>
                  </a:lnSpc>
                  <a:spcBef>
                    <a:spcPct val="0"/>
                  </a:spcBef>
                  <a:buFontTx/>
                  <a:buNone/>
                </a:pPr>
                <a:r>
                  <a:rPr lang="en-US" sz="1600">
                    <a:solidFill>
                      <a:srgbClr val="000000"/>
                    </a:solidFill>
                    <a:latin typeface="Times New Roman" panose="02020603050405020304" pitchFamily="18" charset="0"/>
                  </a:rPr>
                  <a:t>7</a:t>
                </a:r>
                <a:endParaRPr lang="en-US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3655" name="Oval 104"/>
              <p:cNvSpPr>
                <a:spLocks noChangeArrowheads="1"/>
              </p:cNvSpPr>
              <p:nvPr/>
            </p:nvSpPr>
            <p:spPr bwMode="auto">
              <a:xfrm>
                <a:off x="5006" y="1410"/>
                <a:ext cx="324" cy="280"/>
              </a:xfrm>
              <a:prstGeom prst="ellipse">
                <a:avLst/>
              </a:prstGeom>
              <a:solidFill>
                <a:schemeClr val="accent1">
                  <a:lumMod val="60000"/>
                  <a:lumOff val="40000"/>
                </a:schemeClr>
              </a:solidFill>
              <a:ln w="1270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>
                <a:lvl1pPr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9pPr>
              </a:lstStyle>
              <a:p>
                <a:pPr eaLnBrk="1" hangingPunct="1">
                  <a:defRPr/>
                </a:pPr>
                <a:endParaRPr lang="en-US"/>
              </a:p>
            </p:txBody>
          </p:sp>
          <p:sp>
            <p:nvSpPr>
              <p:cNvPr id="39056" name="Rectangle 105"/>
              <p:cNvSpPr>
                <a:spLocks noChangeArrowheads="1"/>
              </p:cNvSpPr>
              <p:nvPr/>
            </p:nvSpPr>
            <p:spPr bwMode="auto">
              <a:xfrm>
                <a:off x="5108" y="1485"/>
                <a:ext cx="153" cy="17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1pPr>
                <a:lvl2pPr marL="742950" indent="-28575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2pPr>
                <a:lvl3pPr marL="11430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3pPr>
                <a:lvl4pPr marL="16002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4pPr>
                <a:lvl5pPr marL="20574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5pPr>
                <a:lvl6pPr marL="2514600" indent="-2286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6pPr>
                <a:lvl7pPr marL="2971800" indent="-2286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7pPr>
                <a:lvl8pPr marL="3429000" indent="-2286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8pPr>
                <a:lvl9pPr marL="3886200" indent="-2286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9pPr>
              </a:lstStyle>
              <a:p>
                <a:pPr eaLnBrk="1" hangingPunct="1">
                  <a:lnSpc>
                    <a:spcPct val="100000"/>
                  </a:lnSpc>
                  <a:spcBef>
                    <a:spcPct val="0"/>
                  </a:spcBef>
                  <a:buFontTx/>
                  <a:buNone/>
                </a:pPr>
                <a:endParaRPr lang="en-US" sz="2400">
                  <a:latin typeface="Tahoma" panose="020B0604030504040204" pitchFamily="34" charset="0"/>
                </a:endParaRPr>
              </a:p>
            </p:txBody>
          </p:sp>
          <p:sp>
            <p:nvSpPr>
              <p:cNvPr id="39057" name="Rectangle 106"/>
              <p:cNvSpPr>
                <a:spLocks noChangeArrowheads="1"/>
              </p:cNvSpPr>
              <p:nvPr/>
            </p:nvSpPr>
            <p:spPr bwMode="auto">
              <a:xfrm>
                <a:off x="5108" y="1489"/>
                <a:ext cx="128" cy="20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1pPr>
                <a:lvl2pPr marL="742950" indent="-28575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2pPr>
                <a:lvl3pPr marL="11430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3pPr>
                <a:lvl4pPr marL="16002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4pPr>
                <a:lvl5pPr marL="20574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5pPr>
                <a:lvl6pPr marL="2514600" indent="-2286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6pPr>
                <a:lvl7pPr marL="2971800" indent="-2286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7pPr>
                <a:lvl8pPr marL="3429000" indent="-2286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8pPr>
                <a:lvl9pPr marL="3886200" indent="-2286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9pPr>
              </a:lstStyle>
              <a:p>
                <a:pPr eaLnBrk="1" hangingPunct="1">
                  <a:lnSpc>
                    <a:spcPct val="100000"/>
                  </a:lnSpc>
                  <a:spcBef>
                    <a:spcPct val="0"/>
                  </a:spcBef>
                  <a:buFontTx/>
                  <a:buNone/>
                </a:pPr>
                <a:r>
                  <a:rPr lang="en-US" sz="1600">
                    <a:solidFill>
                      <a:srgbClr val="000000"/>
                    </a:solidFill>
                    <a:latin typeface="Times New Roman" panose="02020603050405020304" pitchFamily="18" charset="0"/>
                  </a:rPr>
                  <a:t>19</a:t>
                </a:r>
                <a:endParaRPr lang="en-US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3658" name="Oval 107"/>
              <p:cNvSpPr>
                <a:spLocks noChangeArrowheads="1"/>
              </p:cNvSpPr>
              <p:nvPr/>
            </p:nvSpPr>
            <p:spPr bwMode="auto">
              <a:xfrm>
                <a:off x="3709" y="1735"/>
                <a:ext cx="307" cy="284"/>
              </a:xfrm>
              <a:prstGeom prst="ellipse">
                <a:avLst/>
              </a:prstGeom>
              <a:solidFill>
                <a:schemeClr val="accent1">
                  <a:lumMod val="60000"/>
                  <a:lumOff val="40000"/>
                </a:schemeClr>
              </a:solidFill>
              <a:ln w="1270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>
                <a:lvl1pPr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9pPr>
              </a:lstStyle>
              <a:p>
                <a:pPr eaLnBrk="1" hangingPunct="1">
                  <a:defRPr/>
                </a:pPr>
                <a:endParaRPr lang="en-US"/>
              </a:p>
            </p:txBody>
          </p:sp>
          <p:sp>
            <p:nvSpPr>
              <p:cNvPr id="39059" name="Rectangle 108"/>
              <p:cNvSpPr>
                <a:spLocks noChangeArrowheads="1"/>
              </p:cNvSpPr>
              <p:nvPr/>
            </p:nvSpPr>
            <p:spPr bwMode="auto">
              <a:xfrm>
                <a:off x="3808" y="1812"/>
                <a:ext cx="156" cy="17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1pPr>
                <a:lvl2pPr marL="742950" indent="-28575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2pPr>
                <a:lvl3pPr marL="11430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3pPr>
                <a:lvl4pPr marL="16002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4pPr>
                <a:lvl5pPr marL="20574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5pPr>
                <a:lvl6pPr marL="2514600" indent="-2286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6pPr>
                <a:lvl7pPr marL="2971800" indent="-2286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7pPr>
                <a:lvl8pPr marL="3429000" indent="-2286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8pPr>
                <a:lvl9pPr marL="3886200" indent="-2286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9pPr>
              </a:lstStyle>
              <a:p>
                <a:pPr eaLnBrk="1" hangingPunct="1">
                  <a:lnSpc>
                    <a:spcPct val="100000"/>
                  </a:lnSpc>
                  <a:spcBef>
                    <a:spcPct val="0"/>
                  </a:spcBef>
                  <a:buFontTx/>
                  <a:buNone/>
                </a:pPr>
                <a:endParaRPr lang="en-US" sz="2400">
                  <a:latin typeface="Tahoma" panose="020B0604030504040204" pitchFamily="34" charset="0"/>
                </a:endParaRPr>
              </a:p>
            </p:txBody>
          </p:sp>
          <p:sp>
            <p:nvSpPr>
              <p:cNvPr id="39060" name="Rectangle 109"/>
              <p:cNvSpPr>
                <a:spLocks noChangeArrowheads="1"/>
              </p:cNvSpPr>
              <p:nvPr/>
            </p:nvSpPr>
            <p:spPr bwMode="auto">
              <a:xfrm>
                <a:off x="3808" y="1812"/>
                <a:ext cx="128" cy="20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1pPr>
                <a:lvl2pPr marL="742950" indent="-28575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2pPr>
                <a:lvl3pPr marL="11430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3pPr>
                <a:lvl4pPr marL="16002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4pPr>
                <a:lvl5pPr marL="20574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5pPr>
                <a:lvl6pPr marL="2514600" indent="-2286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6pPr>
                <a:lvl7pPr marL="2971800" indent="-2286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7pPr>
                <a:lvl8pPr marL="3429000" indent="-2286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8pPr>
                <a:lvl9pPr marL="3886200" indent="-2286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9pPr>
              </a:lstStyle>
              <a:p>
                <a:pPr eaLnBrk="1" hangingPunct="1">
                  <a:lnSpc>
                    <a:spcPct val="100000"/>
                  </a:lnSpc>
                  <a:spcBef>
                    <a:spcPct val="0"/>
                  </a:spcBef>
                  <a:buFontTx/>
                  <a:buNone/>
                </a:pPr>
                <a:r>
                  <a:rPr lang="en-US" sz="1600">
                    <a:solidFill>
                      <a:srgbClr val="000000"/>
                    </a:solidFill>
                    <a:latin typeface="Times New Roman" panose="02020603050405020304" pitchFamily="18" charset="0"/>
                  </a:rPr>
                  <a:t>21</a:t>
                </a:r>
                <a:endParaRPr lang="en-US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3661" name="Oval 110"/>
              <p:cNvSpPr>
                <a:spLocks noChangeArrowheads="1"/>
              </p:cNvSpPr>
              <p:nvPr/>
            </p:nvSpPr>
            <p:spPr bwMode="auto">
              <a:xfrm>
                <a:off x="4397" y="1759"/>
                <a:ext cx="329" cy="282"/>
              </a:xfrm>
              <a:prstGeom prst="ellipse">
                <a:avLst/>
              </a:prstGeom>
              <a:solidFill>
                <a:schemeClr val="accent1">
                  <a:lumMod val="60000"/>
                  <a:lumOff val="40000"/>
                </a:schemeClr>
              </a:solidFill>
              <a:ln w="1270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>
                <a:lvl1pPr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9pPr>
              </a:lstStyle>
              <a:p>
                <a:pPr eaLnBrk="1" hangingPunct="1">
                  <a:defRPr/>
                </a:pPr>
                <a:endParaRPr lang="en-US"/>
              </a:p>
            </p:txBody>
          </p:sp>
          <p:sp>
            <p:nvSpPr>
              <p:cNvPr id="39062" name="Rectangle 111"/>
              <p:cNvSpPr>
                <a:spLocks noChangeArrowheads="1"/>
              </p:cNvSpPr>
              <p:nvPr/>
            </p:nvSpPr>
            <p:spPr bwMode="auto">
              <a:xfrm>
                <a:off x="4500" y="1835"/>
                <a:ext cx="155" cy="17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1pPr>
                <a:lvl2pPr marL="742950" indent="-28575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2pPr>
                <a:lvl3pPr marL="11430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3pPr>
                <a:lvl4pPr marL="16002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4pPr>
                <a:lvl5pPr marL="20574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5pPr>
                <a:lvl6pPr marL="2514600" indent="-2286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6pPr>
                <a:lvl7pPr marL="2971800" indent="-2286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7pPr>
                <a:lvl8pPr marL="3429000" indent="-2286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8pPr>
                <a:lvl9pPr marL="3886200" indent="-2286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9pPr>
              </a:lstStyle>
              <a:p>
                <a:pPr eaLnBrk="1" hangingPunct="1">
                  <a:lnSpc>
                    <a:spcPct val="100000"/>
                  </a:lnSpc>
                  <a:spcBef>
                    <a:spcPct val="0"/>
                  </a:spcBef>
                  <a:buFontTx/>
                  <a:buNone/>
                </a:pPr>
                <a:endParaRPr lang="en-US" sz="2400">
                  <a:latin typeface="Tahoma" panose="020B0604030504040204" pitchFamily="34" charset="0"/>
                </a:endParaRPr>
              </a:p>
            </p:txBody>
          </p:sp>
          <p:sp>
            <p:nvSpPr>
              <p:cNvPr id="39063" name="Rectangle 112"/>
              <p:cNvSpPr>
                <a:spLocks noChangeArrowheads="1"/>
              </p:cNvSpPr>
              <p:nvPr/>
            </p:nvSpPr>
            <p:spPr bwMode="auto">
              <a:xfrm>
                <a:off x="4500" y="1837"/>
                <a:ext cx="128" cy="20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1pPr>
                <a:lvl2pPr marL="742950" indent="-28575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2pPr>
                <a:lvl3pPr marL="11430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3pPr>
                <a:lvl4pPr marL="16002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4pPr>
                <a:lvl5pPr marL="20574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5pPr>
                <a:lvl6pPr marL="2514600" indent="-2286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6pPr>
                <a:lvl7pPr marL="2971800" indent="-2286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7pPr>
                <a:lvl8pPr marL="3429000" indent="-2286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8pPr>
                <a:lvl9pPr marL="3886200" indent="-2286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9pPr>
              </a:lstStyle>
              <a:p>
                <a:pPr eaLnBrk="1" hangingPunct="1">
                  <a:lnSpc>
                    <a:spcPct val="100000"/>
                  </a:lnSpc>
                  <a:spcBef>
                    <a:spcPct val="0"/>
                  </a:spcBef>
                  <a:buFontTx/>
                  <a:buNone/>
                </a:pPr>
                <a:r>
                  <a:rPr lang="en-US" sz="1600">
                    <a:solidFill>
                      <a:srgbClr val="000000"/>
                    </a:solidFill>
                    <a:latin typeface="Times New Roman" panose="02020603050405020304" pitchFamily="18" charset="0"/>
                  </a:rPr>
                  <a:t>14</a:t>
                </a:r>
                <a:endParaRPr lang="en-US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3664" name="Oval 113"/>
              <p:cNvSpPr>
                <a:spLocks noChangeArrowheads="1"/>
              </p:cNvSpPr>
              <p:nvPr/>
            </p:nvSpPr>
            <p:spPr bwMode="auto">
              <a:xfrm>
                <a:off x="4779" y="1744"/>
                <a:ext cx="317" cy="279"/>
              </a:xfrm>
              <a:prstGeom prst="ellipse">
                <a:avLst/>
              </a:prstGeom>
              <a:solidFill>
                <a:schemeClr val="accent1">
                  <a:lumMod val="60000"/>
                  <a:lumOff val="40000"/>
                </a:schemeClr>
              </a:solidFill>
              <a:ln w="1270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>
                <a:lvl1pPr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9pPr>
              </a:lstStyle>
              <a:p>
                <a:pPr eaLnBrk="1" hangingPunct="1">
                  <a:defRPr/>
                </a:pPr>
                <a:endParaRPr lang="en-US"/>
              </a:p>
            </p:txBody>
          </p:sp>
          <p:sp>
            <p:nvSpPr>
              <p:cNvPr id="39065" name="Rectangle 114"/>
              <p:cNvSpPr>
                <a:spLocks noChangeArrowheads="1"/>
              </p:cNvSpPr>
              <p:nvPr/>
            </p:nvSpPr>
            <p:spPr bwMode="auto">
              <a:xfrm>
                <a:off x="4881" y="1818"/>
                <a:ext cx="153" cy="17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1pPr>
                <a:lvl2pPr marL="742950" indent="-28575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2pPr>
                <a:lvl3pPr marL="11430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3pPr>
                <a:lvl4pPr marL="16002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4pPr>
                <a:lvl5pPr marL="20574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5pPr>
                <a:lvl6pPr marL="2514600" indent="-2286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6pPr>
                <a:lvl7pPr marL="2971800" indent="-2286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7pPr>
                <a:lvl8pPr marL="3429000" indent="-2286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8pPr>
                <a:lvl9pPr marL="3886200" indent="-2286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9pPr>
              </a:lstStyle>
              <a:p>
                <a:pPr eaLnBrk="1" hangingPunct="1">
                  <a:lnSpc>
                    <a:spcPct val="100000"/>
                  </a:lnSpc>
                  <a:spcBef>
                    <a:spcPct val="0"/>
                  </a:spcBef>
                  <a:buFontTx/>
                  <a:buNone/>
                </a:pPr>
                <a:endParaRPr lang="en-US" sz="2400">
                  <a:latin typeface="Tahoma" panose="020B0604030504040204" pitchFamily="34" charset="0"/>
                </a:endParaRPr>
              </a:p>
            </p:txBody>
          </p:sp>
          <p:sp>
            <p:nvSpPr>
              <p:cNvPr id="39066" name="Rectangle 115"/>
              <p:cNvSpPr>
                <a:spLocks noChangeArrowheads="1"/>
              </p:cNvSpPr>
              <p:nvPr/>
            </p:nvSpPr>
            <p:spPr bwMode="auto">
              <a:xfrm>
                <a:off x="4881" y="1822"/>
                <a:ext cx="128" cy="20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1pPr>
                <a:lvl2pPr marL="742950" indent="-28575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2pPr>
                <a:lvl3pPr marL="11430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3pPr>
                <a:lvl4pPr marL="16002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4pPr>
                <a:lvl5pPr marL="20574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5pPr>
                <a:lvl6pPr marL="2514600" indent="-2286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6pPr>
                <a:lvl7pPr marL="2971800" indent="-2286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7pPr>
                <a:lvl8pPr marL="3429000" indent="-2286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8pPr>
                <a:lvl9pPr marL="3886200" indent="-2286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9pPr>
              </a:lstStyle>
              <a:p>
                <a:pPr eaLnBrk="1" hangingPunct="1">
                  <a:lnSpc>
                    <a:spcPct val="100000"/>
                  </a:lnSpc>
                  <a:spcBef>
                    <a:spcPct val="0"/>
                  </a:spcBef>
                  <a:buFontTx/>
                  <a:buNone/>
                </a:pPr>
                <a:r>
                  <a:rPr lang="en-US" sz="1600">
                    <a:solidFill>
                      <a:srgbClr val="000000"/>
                    </a:solidFill>
                    <a:latin typeface="Times New Roman" panose="02020603050405020304" pitchFamily="18" charset="0"/>
                  </a:rPr>
                  <a:t>03</a:t>
                </a:r>
                <a:endParaRPr lang="en-US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3667" name="Oval 116"/>
              <p:cNvSpPr>
                <a:spLocks noChangeArrowheads="1"/>
              </p:cNvSpPr>
              <p:nvPr/>
            </p:nvSpPr>
            <p:spPr bwMode="auto">
              <a:xfrm>
                <a:off x="5244" y="1753"/>
                <a:ext cx="324" cy="283"/>
              </a:xfrm>
              <a:prstGeom prst="ellipse">
                <a:avLst/>
              </a:prstGeom>
              <a:solidFill>
                <a:schemeClr val="accent1">
                  <a:lumMod val="60000"/>
                  <a:lumOff val="40000"/>
                </a:schemeClr>
              </a:solidFill>
              <a:ln w="1270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>
                <a:lvl1pPr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9pPr>
              </a:lstStyle>
              <a:p>
                <a:pPr eaLnBrk="1" hangingPunct="1">
                  <a:defRPr/>
                </a:pPr>
                <a:endParaRPr lang="en-US"/>
              </a:p>
            </p:txBody>
          </p:sp>
          <p:sp>
            <p:nvSpPr>
              <p:cNvPr id="39068" name="Rectangle 117"/>
              <p:cNvSpPr>
                <a:spLocks noChangeArrowheads="1"/>
              </p:cNvSpPr>
              <p:nvPr/>
            </p:nvSpPr>
            <p:spPr bwMode="auto">
              <a:xfrm>
                <a:off x="5347" y="1829"/>
                <a:ext cx="154" cy="17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1pPr>
                <a:lvl2pPr marL="742950" indent="-28575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2pPr>
                <a:lvl3pPr marL="11430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3pPr>
                <a:lvl4pPr marL="16002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4pPr>
                <a:lvl5pPr marL="20574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5pPr>
                <a:lvl6pPr marL="2514600" indent="-2286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6pPr>
                <a:lvl7pPr marL="2971800" indent="-2286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7pPr>
                <a:lvl8pPr marL="3429000" indent="-2286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8pPr>
                <a:lvl9pPr marL="3886200" indent="-2286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9pPr>
              </a:lstStyle>
              <a:p>
                <a:pPr eaLnBrk="1" hangingPunct="1">
                  <a:lnSpc>
                    <a:spcPct val="100000"/>
                  </a:lnSpc>
                  <a:spcBef>
                    <a:spcPct val="0"/>
                  </a:spcBef>
                  <a:buFontTx/>
                  <a:buNone/>
                </a:pPr>
                <a:endParaRPr lang="en-US" sz="2400">
                  <a:latin typeface="Tahoma" panose="020B0604030504040204" pitchFamily="34" charset="0"/>
                </a:endParaRPr>
              </a:p>
            </p:txBody>
          </p:sp>
          <p:sp>
            <p:nvSpPr>
              <p:cNvPr id="39069" name="Rectangle 118"/>
              <p:cNvSpPr>
                <a:spLocks noChangeArrowheads="1"/>
              </p:cNvSpPr>
              <p:nvPr/>
            </p:nvSpPr>
            <p:spPr bwMode="auto">
              <a:xfrm>
                <a:off x="5347" y="1832"/>
                <a:ext cx="128" cy="20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1pPr>
                <a:lvl2pPr marL="742950" indent="-28575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2pPr>
                <a:lvl3pPr marL="11430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3pPr>
                <a:lvl4pPr marL="16002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4pPr>
                <a:lvl5pPr marL="20574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5pPr>
                <a:lvl6pPr marL="2514600" indent="-2286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6pPr>
                <a:lvl7pPr marL="2971800" indent="-2286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7pPr>
                <a:lvl8pPr marL="3429000" indent="-2286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8pPr>
                <a:lvl9pPr marL="3886200" indent="-2286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9pPr>
              </a:lstStyle>
              <a:p>
                <a:pPr eaLnBrk="1" hangingPunct="1">
                  <a:lnSpc>
                    <a:spcPct val="100000"/>
                  </a:lnSpc>
                  <a:spcBef>
                    <a:spcPct val="0"/>
                  </a:spcBef>
                  <a:buFontTx/>
                  <a:buNone/>
                </a:pPr>
                <a:r>
                  <a:rPr lang="en-US" sz="1600">
                    <a:solidFill>
                      <a:srgbClr val="000000"/>
                    </a:solidFill>
                    <a:latin typeface="Times New Roman" panose="02020603050405020304" pitchFamily="18" charset="0"/>
                  </a:rPr>
                  <a:t>10</a:t>
                </a:r>
                <a:endParaRPr lang="en-US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3670" name="Oval 119"/>
              <p:cNvSpPr>
                <a:spLocks noChangeArrowheads="1"/>
              </p:cNvSpPr>
              <p:nvPr/>
            </p:nvSpPr>
            <p:spPr bwMode="auto">
              <a:xfrm>
                <a:off x="3947" y="2153"/>
                <a:ext cx="281" cy="284"/>
              </a:xfrm>
              <a:prstGeom prst="ellipse">
                <a:avLst/>
              </a:prstGeom>
              <a:solidFill>
                <a:schemeClr val="accent1">
                  <a:lumMod val="60000"/>
                  <a:lumOff val="40000"/>
                </a:schemeClr>
              </a:solidFill>
              <a:ln w="1270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>
                <a:lvl1pPr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9pPr>
              </a:lstStyle>
              <a:p>
                <a:pPr eaLnBrk="1" hangingPunct="1">
                  <a:defRPr/>
                </a:pPr>
                <a:endParaRPr lang="en-US"/>
              </a:p>
            </p:txBody>
          </p:sp>
          <p:sp>
            <p:nvSpPr>
              <p:cNvPr id="39071" name="Rectangle 120"/>
              <p:cNvSpPr>
                <a:spLocks noChangeArrowheads="1"/>
              </p:cNvSpPr>
              <p:nvPr/>
            </p:nvSpPr>
            <p:spPr bwMode="auto">
              <a:xfrm>
                <a:off x="4043" y="2223"/>
                <a:ext cx="133" cy="18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1pPr>
                <a:lvl2pPr marL="742950" indent="-28575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2pPr>
                <a:lvl3pPr marL="11430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3pPr>
                <a:lvl4pPr marL="16002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4pPr>
                <a:lvl5pPr marL="20574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5pPr>
                <a:lvl6pPr marL="2514600" indent="-2286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6pPr>
                <a:lvl7pPr marL="2971800" indent="-2286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7pPr>
                <a:lvl8pPr marL="3429000" indent="-2286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8pPr>
                <a:lvl9pPr marL="3886200" indent="-2286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9pPr>
              </a:lstStyle>
              <a:p>
                <a:pPr eaLnBrk="1" hangingPunct="1">
                  <a:lnSpc>
                    <a:spcPct val="100000"/>
                  </a:lnSpc>
                  <a:spcBef>
                    <a:spcPct val="0"/>
                  </a:spcBef>
                  <a:buFontTx/>
                  <a:buNone/>
                </a:pPr>
                <a:endParaRPr lang="en-US" sz="2400">
                  <a:latin typeface="Tahoma" panose="020B0604030504040204" pitchFamily="34" charset="0"/>
                </a:endParaRPr>
              </a:p>
            </p:txBody>
          </p:sp>
          <p:sp>
            <p:nvSpPr>
              <p:cNvPr id="39072" name="Rectangle 121"/>
              <p:cNvSpPr>
                <a:spLocks noChangeArrowheads="1"/>
              </p:cNvSpPr>
              <p:nvPr/>
            </p:nvSpPr>
            <p:spPr bwMode="auto">
              <a:xfrm>
                <a:off x="4043" y="2226"/>
                <a:ext cx="128" cy="20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1pPr>
                <a:lvl2pPr marL="742950" indent="-28575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2pPr>
                <a:lvl3pPr marL="11430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3pPr>
                <a:lvl4pPr marL="16002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4pPr>
                <a:lvl5pPr marL="20574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5pPr>
                <a:lvl6pPr marL="2514600" indent="-2286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6pPr>
                <a:lvl7pPr marL="2971800" indent="-2286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7pPr>
                <a:lvl8pPr marL="3429000" indent="-2286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8pPr>
                <a:lvl9pPr marL="3886200" indent="-2286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9pPr>
              </a:lstStyle>
              <a:p>
                <a:pPr eaLnBrk="1" hangingPunct="1">
                  <a:lnSpc>
                    <a:spcPct val="100000"/>
                  </a:lnSpc>
                  <a:spcBef>
                    <a:spcPct val="0"/>
                  </a:spcBef>
                  <a:buFontTx/>
                  <a:buNone/>
                </a:pPr>
                <a:r>
                  <a:rPr lang="en-US" sz="1600">
                    <a:solidFill>
                      <a:srgbClr val="000000"/>
                    </a:solidFill>
                    <a:latin typeface="Times New Roman" panose="02020603050405020304" pitchFamily="18" charset="0"/>
                  </a:rPr>
                  <a:t>13</a:t>
                </a:r>
                <a:endParaRPr lang="en-US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3673" name="Oval 122"/>
              <p:cNvSpPr>
                <a:spLocks noChangeArrowheads="1"/>
              </p:cNvSpPr>
              <p:nvPr/>
            </p:nvSpPr>
            <p:spPr bwMode="auto">
              <a:xfrm>
                <a:off x="3456" y="2147"/>
                <a:ext cx="279" cy="280"/>
              </a:xfrm>
              <a:prstGeom prst="ellipse">
                <a:avLst/>
              </a:prstGeom>
              <a:solidFill>
                <a:schemeClr val="accent1">
                  <a:lumMod val="60000"/>
                  <a:lumOff val="40000"/>
                </a:schemeClr>
              </a:solidFill>
              <a:ln w="1270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>
                <a:lvl1pPr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9pPr>
              </a:lstStyle>
              <a:p>
                <a:pPr eaLnBrk="1" hangingPunct="1">
                  <a:defRPr/>
                </a:pPr>
                <a:endParaRPr lang="en-US"/>
              </a:p>
            </p:txBody>
          </p:sp>
          <p:sp>
            <p:nvSpPr>
              <p:cNvPr id="39074" name="Rectangle 123"/>
              <p:cNvSpPr>
                <a:spLocks noChangeArrowheads="1"/>
              </p:cNvSpPr>
              <p:nvPr/>
            </p:nvSpPr>
            <p:spPr bwMode="auto">
              <a:xfrm>
                <a:off x="3549" y="2220"/>
                <a:ext cx="100" cy="17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1pPr>
                <a:lvl2pPr marL="742950" indent="-28575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2pPr>
                <a:lvl3pPr marL="11430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3pPr>
                <a:lvl4pPr marL="16002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4pPr>
                <a:lvl5pPr marL="20574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5pPr>
                <a:lvl6pPr marL="2514600" indent="-2286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6pPr>
                <a:lvl7pPr marL="2971800" indent="-2286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7pPr>
                <a:lvl8pPr marL="3429000" indent="-2286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8pPr>
                <a:lvl9pPr marL="3886200" indent="-2286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9pPr>
              </a:lstStyle>
              <a:p>
                <a:pPr eaLnBrk="1" hangingPunct="1">
                  <a:lnSpc>
                    <a:spcPct val="100000"/>
                  </a:lnSpc>
                  <a:spcBef>
                    <a:spcPct val="0"/>
                  </a:spcBef>
                  <a:buFontTx/>
                  <a:buNone/>
                </a:pPr>
                <a:endParaRPr lang="en-US" sz="2400">
                  <a:latin typeface="Tahoma" panose="020B0604030504040204" pitchFamily="34" charset="0"/>
                </a:endParaRPr>
              </a:p>
            </p:txBody>
          </p:sp>
          <p:sp>
            <p:nvSpPr>
              <p:cNvPr id="39075" name="Rectangle 124"/>
              <p:cNvSpPr>
                <a:spLocks noChangeArrowheads="1"/>
              </p:cNvSpPr>
              <p:nvPr/>
            </p:nvSpPr>
            <p:spPr bwMode="auto">
              <a:xfrm>
                <a:off x="3549" y="2222"/>
                <a:ext cx="64" cy="20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1pPr>
                <a:lvl2pPr marL="742950" indent="-28575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2pPr>
                <a:lvl3pPr marL="11430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3pPr>
                <a:lvl4pPr marL="16002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4pPr>
                <a:lvl5pPr marL="20574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5pPr>
                <a:lvl6pPr marL="2514600" indent="-2286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6pPr>
                <a:lvl7pPr marL="2971800" indent="-2286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7pPr>
                <a:lvl8pPr marL="3429000" indent="-2286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8pPr>
                <a:lvl9pPr marL="3886200" indent="-2286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9pPr>
              </a:lstStyle>
              <a:p>
                <a:pPr eaLnBrk="1" hangingPunct="1">
                  <a:lnSpc>
                    <a:spcPct val="100000"/>
                  </a:lnSpc>
                  <a:spcBef>
                    <a:spcPct val="0"/>
                  </a:spcBef>
                  <a:buFontTx/>
                  <a:buNone/>
                </a:pPr>
                <a:r>
                  <a:rPr lang="en-US" sz="1600">
                    <a:solidFill>
                      <a:srgbClr val="000000"/>
                    </a:solidFill>
                    <a:latin typeface="Times New Roman" panose="02020603050405020304" pitchFamily="18" charset="0"/>
                  </a:rPr>
                  <a:t>2</a:t>
                </a:r>
                <a:endParaRPr lang="en-US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3676" name="Oval 125"/>
              <p:cNvSpPr>
                <a:spLocks noChangeArrowheads="1"/>
              </p:cNvSpPr>
              <p:nvPr/>
            </p:nvSpPr>
            <p:spPr bwMode="auto">
              <a:xfrm>
                <a:off x="4274" y="2153"/>
                <a:ext cx="331" cy="284"/>
              </a:xfrm>
              <a:prstGeom prst="ellipse">
                <a:avLst/>
              </a:prstGeom>
              <a:solidFill>
                <a:schemeClr val="accent1">
                  <a:lumMod val="60000"/>
                  <a:lumOff val="40000"/>
                </a:schemeClr>
              </a:solidFill>
              <a:ln w="1270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>
                <a:lvl1pPr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9pPr>
              </a:lstStyle>
              <a:p>
                <a:pPr eaLnBrk="1" hangingPunct="1">
                  <a:defRPr/>
                </a:pPr>
                <a:endParaRPr lang="en-US"/>
              </a:p>
            </p:txBody>
          </p:sp>
          <p:sp>
            <p:nvSpPr>
              <p:cNvPr id="39077" name="Rectangle 126"/>
              <p:cNvSpPr>
                <a:spLocks noChangeArrowheads="1"/>
              </p:cNvSpPr>
              <p:nvPr/>
            </p:nvSpPr>
            <p:spPr bwMode="auto">
              <a:xfrm>
                <a:off x="4376" y="2231"/>
                <a:ext cx="155" cy="17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1pPr>
                <a:lvl2pPr marL="742950" indent="-28575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2pPr>
                <a:lvl3pPr marL="11430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3pPr>
                <a:lvl4pPr marL="16002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4pPr>
                <a:lvl5pPr marL="20574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5pPr>
                <a:lvl6pPr marL="2514600" indent="-2286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6pPr>
                <a:lvl7pPr marL="2971800" indent="-2286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7pPr>
                <a:lvl8pPr marL="3429000" indent="-2286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8pPr>
                <a:lvl9pPr marL="3886200" indent="-2286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9pPr>
              </a:lstStyle>
              <a:p>
                <a:pPr eaLnBrk="1" hangingPunct="1">
                  <a:lnSpc>
                    <a:spcPct val="100000"/>
                  </a:lnSpc>
                  <a:spcBef>
                    <a:spcPct val="0"/>
                  </a:spcBef>
                  <a:buFontTx/>
                  <a:buNone/>
                </a:pPr>
                <a:endParaRPr lang="en-US" sz="2400">
                  <a:latin typeface="Tahoma" panose="020B0604030504040204" pitchFamily="34" charset="0"/>
                </a:endParaRPr>
              </a:p>
            </p:txBody>
          </p:sp>
          <p:sp>
            <p:nvSpPr>
              <p:cNvPr id="39078" name="Rectangle 127"/>
              <p:cNvSpPr>
                <a:spLocks noChangeArrowheads="1"/>
              </p:cNvSpPr>
              <p:nvPr/>
            </p:nvSpPr>
            <p:spPr bwMode="auto">
              <a:xfrm>
                <a:off x="4376" y="2231"/>
                <a:ext cx="128" cy="20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1pPr>
                <a:lvl2pPr marL="742950" indent="-28575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2pPr>
                <a:lvl3pPr marL="11430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3pPr>
                <a:lvl4pPr marL="16002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4pPr>
                <a:lvl5pPr marL="20574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5pPr>
                <a:lvl6pPr marL="2514600" indent="-2286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6pPr>
                <a:lvl7pPr marL="2971800" indent="-2286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7pPr>
                <a:lvl8pPr marL="3429000" indent="-2286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8pPr>
                <a:lvl9pPr marL="3886200" indent="-2286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9pPr>
              </a:lstStyle>
              <a:p>
                <a:pPr eaLnBrk="1" hangingPunct="1">
                  <a:lnSpc>
                    <a:spcPct val="100000"/>
                  </a:lnSpc>
                  <a:spcBef>
                    <a:spcPct val="0"/>
                  </a:spcBef>
                  <a:buFontTx/>
                  <a:buNone/>
                </a:pPr>
                <a:r>
                  <a:rPr lang="en-US" sz="1600">
                    <a:solidFill>
                      <a:srgbClr val="000000"/>
                    </a:solidFill>
                    <a:latin typeface="Times New Roman" panose="02020603050405020304" pitchFamily="18" charset="0"/>
                  </a:rPr>
                  <a:t>11</a:t>
                </a:r>
                <a:endParaRPr lang="en-US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39079" name="Line 128"/>
              <p:cNvSpPr>
                <a:spLocks noChangeShapeType="1"/>
              </p:cNvSpPr>
              <p:nvPr/>
            </p:nvSpPr>
            <p:spPr bwMode="auto">
              <a:xfrm flipH="1">
                <a:off x="4302" y="1215"/>
                <a:ext cx="246" cy="209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9080" name="Line 129"/>
              <p:cNvSpPr>
                <a:spLocks noChangeShapeType="1"/>
              </p:cNvSpPr>
              <p:nvPr/>
            </p:nvSpPr>
            <p:spPr bwMode="auto">
              <a:xfrm>
                <a:off x="4788" y="1226"/>
                <a:ext cx="244" cy="214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9081" name="Line 130"/>
              <p:cNvSpPr>
                <a:spLocks noChangeShapeType="1"/>
              </p:cNvSpPr>
              <p:nvPr/>
            </p:nvSpPr>
            <p:spPr bwMode="auto">
              <a:xfrm flipH="1">
                <a:off x="3940" y="1600"/>
                <a:ext cx="150" cy="168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9082" name="Line 131"/>
              <p:cNvSpPr>
                <a:spLocks noChangeShapeType="1"/>
              </p:cNvSpPr>
              <p:nvPr/>
            </p:nvSpPr>
            <p:spPr bwMode="auto">
              <a:xfrm>
                <a:off x="4316" y="1611"/>
                <a:ext cx="136" cy="174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9083" name="Line 132"/>
              <p:cNvSpPr>
                <a:spLocks noChangeShapeType="1"/>
              </p:cNvSpPr>
              <p:nvPr/>
            </p:nvSpPr>
            <p:spPr bwMode="auto">
              <a:xfrm flipH="1">
                <a:off x="4968" y="1661"/>
                <a:ext cx="88" cy="91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9084" name="Line 133"/>
              <p:cNvSpPr>
                <a:spLocks noChangeShapeType="1"/>
              </p:cNvSpPr>
              <p:nvPr/>
            </p:nvSpPr>
            <p:spPr bwMode="auto">
              <a:xfrm>
                <a:off x="5223" y="1669"/>
                <a:ext cx="78" cy="99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9085" name="Line 134"/>
              <p:cNvSpPr>
                <a:spLocks noChangeShapeType="1"/>
              </p:cNvSpPr>
              <p:nvPr/>
            </p:nvSpPr>
            <p:spPr bwMode="auto">
              <a:xfrm flipH="1">
                <a:off x="3596" y="1961"/>
                <a:ext cx="132" cy="182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9086" name="Line 135"/>
              <p:cNvSpPr>
                <a:spLocks noChangeShapeType="1"/>
              </p:cNvSpPr>
              <p:nvPr/>
            </p:nvSpPr>
            <p:spPr bwMode="auto">
              <a:xfrm>
                <a:off x="3933" y="1981"/>
                <a:ext cx="92" cy="179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9087" name="Line 136"/>
              <p:cNvSpPr>
                <a:spLocks noChangeShapeType="1"/>
              </p:cNvSpPr>
              <p:nvPr/>
            </p:nvSpPr>
            <p:spPr bwMode="auto">
              <a:xfrm flipH="1">
                <a:off x="4423" y="2019"/>
                <a:ext cx="37" cy="135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sp>
          <p:nvSpPr>
            <p:cNvPr id="190" name="TextBox 189"/>
            <p:cNvSpPr txBox="1"/>
            <p:nvPr/>
          </p:nvSpPr>
          <p:spPr>
            <a:xfrm>
              <a:off x="7010400" y="1476375"/>
              <a:ext cx="263525" cy="276225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>
                <a:defRPr/>
              </a:pPr>
              <a:r>
                <a:rPr lang="en-US" sz="1200" dirty="0">
                  <a:solidFill>
                    <a:srgbClr val="FF0000"/>
                  </a:solidFill>
                  <a:latin typeface="+mn-lt"/>
                </a:rPr>
                <a:t>1</a:t>
              </a:r>
            </a:p>
          </p:txBody>
        </p:sp>
        <p:sp>
          <p:nvSpPr>
            <p:cNvPr id="193" name="TextBox 192"/>
            <p:cNvSpPr txBox="1"/>
            <p:nvPr/>
          </p:nvSpPr>
          <p:spPr>
            <a:xfrm>
              <a:off x="6248400" y="1905000"/>
              <a:ext cx="263525" cy="276225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>
                <a:defRPr/>
              </a:pPr>
              <a:r>
                <a:rPr lang="en-US" sz="1200" dirty="0">
                  <a:solidFill>
                    <a:srgbClr val="FF0000"/>
                  </a:solidFill>
                  <a:latin typeface="+mn-lt"/>
                </a:rPr>
                <a:t>2</a:t>
              </a:r>
            </a:p>
          </p:txBody>
        </p:sp>
        <p:sp>
          <p:nvSpPr>
            <p:cNvPr id="194" name="TextBox 193"/>
            <p:cNvSpPr txBox="1"/>
            <p:nvPr/>
          </p:nvSpPr>
          <p:spPr>
            <a:xfrm>
              <a:off x="8347075" y="1857375"/>
              <a:ext cx="263525" cy="276225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>
                <a:defRPr/>
              </a:pPr>
              <a:r>
                <a:rPr lang="en-US" sz="1200" dirty="0">
                  <a:solidFill>
                    <a:srgbClr val="FF0000"/>
                  </a:solidFill>
                  <a:latin typeface="+mn-lt"/>
                </a:rPr>
                <a:t>3</a:t>
              </a:r>
            </a:p>
          </p:txBody>
        </p:sp>
        <p:sp>
          <p:nvSpPr>
            <p:cNvPr id="206" name="TextBox 205"/>
            <p:cNvSpPr txBox="1"/>
            <p:nvPr/>
          </p:nvSpPr>
          <p:spPr>
            <a:xfrm>
              <a:off x="5715000" y="2209800"/>
              <a:ext cx="263525" cy="276225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>
                <a:defRPr/>
              </a:pPr>
              <a:r>
                <a:rPr lang="en-US" sz="1200" dirty="0">
                  <a:solidFill>
                    <a:srgbClr val="FF0000"/>
                  </a:solidFill>
                  <a:latin typeface="+mn-lt"/>
                </a:rPr>
                <a:t>4</a:t>
              </a:r>
            </a:p>
          </p:txBody>
        </p:sp>
        <p:sp>
          <p:nvSpPr>
            <p:cNvPr id="208" name="TextBox 207"/>
            <p:cNvSpPr txBox="1"/>
            <p:nvPr/>
          </p:nvSpPr>
          <p:spPr>
            <a:xfrm>
              <a:off x="7585075" y="2209800"/>
              <a:ext cx="263525" cy="276225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>
                <a:defRPr/>
              </a:pPr>
              <a:r>
                <a:rPr lang="en-US" sz="1200" dirty="0">
                  <a:solidFill>
                    <a:srgbClr val="FF0000"/>
                  </a:solidFill>
                  <a:latin typeface="+mn-lt"/>
                </a:rPr>
                <a:t>6</a:t>
              </a:r>
            </a:p>
          </p:txBody>
        </p:sp>
        <p:sp>
          <p:nvSpPr>
            <p:cNvPr id="210" name="TextBox 209"/>
            <p:cNvSpPr txBox="1"/>
            <p:nvPr/>
          </p:nvSpPr>
          <p:spPr>
            <a:xfrm>
              <a:off x="7162800" y="2286000"/>
              <a:ext cx="263525" cy="276225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>
                <a:defRPr/>
              </a:pPr>
              <a:r>
                <a:rPr lang="en-US" sz="1200" dirty="0">
                  <a:solidFill>
                    <a:srgbClr val="FF0000"/>
                  </a:solidFill>
                  <a:latin typeface="+mn-lt"/>
                </a:rPr>
                <a:t>5</a:t>
              </a:r>
            </a:p>
          </p:txBody>
        </p:sp>
        <p:sp>
          <p:nvSpPr>
            <p:cNvPr id="211" name="TextBox 210"/>
            <p:cNvSpPr txBox="1"/>
            <p:nvPr/>
          </p:nvSpPr>
          <p:spPr>
            <a:xfrm>
              <a:off x="5257800" y="2847975"/>
              <a:ext cx="263525" cy="276225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>
                <a:defRPr/>
              </a:pPr>
              <a:r>
                <a:rPr lang="en-US" sz="1200" dirty="0">
                  <a:solidFill>
                    <a:srgbClr val="FF0000"/>
                  </a:solidFill>
                  <a:latin typeface="+mn-lt"/>
                </a:rPr>
                <a:t>8</a:t>
              </a:r>
            </a:p>
          </p:txBody>
        </p:sp>
        <p:sp>
          <p:nvSpPr>
            <p:cNvPr id="214" name="TextBox 213"/>
            <p:cNvSpPr txBox="1"/>
            <p:nvPr/>
          </p:nvSpPr>
          <p:spPr>
            <a:xfrm>
              <a:off x="6061075" y="2895600"/>
              <a:ext cx="263525" cy="276225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>
                <a:defRPr/>
              </a:pPr>
              <a:r>
                <a:rPr lang="en-US" sz="1200" dirty="0">
                  <a:solidFill>
                    <a:srgbClr val="FF0000"/>
                  </a:solidFill>
                  <a:latin typeface="+mn-lt"/>
                </a:rPr>
                <a:t>9</a:t>
              </a:r>
            </a:p>
          </p:txBody>
        </p:sp>
        <p:sp>
          <p:nvSpPr>
            <p:cNvPr id="216" name="TextBox 215"/>
            <p:cNvSpPr txBox="1"/>
            <p:nvPr/>
          </p:nvSpPr>
          <p:spPr>
            <a:xfrm>
              <a:off x="8728075" y="2286000"/>
              <a:ext cx="263525" cy="276225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>
                <a:defRPr/>
              </a:pPr>
              <a:r>
                <a:rPr lang="en-US" sz="1200" dirty="0">
                  <a:solidFill>
                    <a:srgbClr val="FF0000"/>
                  </a:solidFill>
                  <a:latin typeface="+mn-lt"/>
                </a:rPr>
                <a:t>7</a:t>
              </a:r>
            </a:p>
          </p:txBody>
        </p:sp>
        <p:sp>
          <p:nvSpPr>
            <p:cNvPr id="219" name="TextBox 218"/>
            <p:cNvSpPr txBox="1"/>
            <p:nvPr/>
          </p:nvSpPr>
          <p:spPr>
            <a:xfrm>
              <a:off x="7239000" y="2895600"/>
              <a:ext cx="341313" cy="276225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>
                <a:defRPr/>
              </a:pPr>
              <a:r>
                <a:rPr lang="en-US" sz="1200" dirty="0">
                  <a:solidFill>
                    <a:srgbClr val="FF0000"/>
                  </a:solidFill>
                  <a:latin typeface="+mn-lt"/>
                </a:rPr>
                <a:t>10</a:t>
              </a:r>
            </a:p>
          </p:txBody>
        </p:sp>
      </p:grpSp>
      <p:grpSp>
        <p:nvGrpSpPr>
          <p:cNvPr id="8" name="Group 7"/>
          <p:cNvGrpSpPr/>
          <p:nvPr/>
        </p:nvGrpSpPr>
        <p:grpSpPr>
          <a:xfrm>
            <a:off x="2098675" y="1600201"/>
            <a:ext cx="3651250" cy="1755309"/>
            <a:chOff x="574675" y="1600200"/>
            <a:chExt cx="3651250" cy="1755309"/>
          </a:xfrm>
        </p:grpSpPr>
        <p:grpSp>
          <p:nvGrpSpPr>
            <p:cNvPr id="3" name="Group 2"/>
            <p:cNvGrpSpPr/>
            <p:nvPr/>
          </p:nvGrpSpPr>
          <p:grpSpPr>
            <a:xfrm>
              <a:off x="574675" y="1600200"/>
              <a:ext cx="3651250" cy="1755309"/>
              <a:chOff x="574675" y="1600200"/>
              <a:chExt cx="3651250" cy="1755309"/>
            </a:xfrm>
          </p:grpSpPr>
          <p:grpSp>
            <p:nvGrpSpPr>
              <p:cNvPr id="32960" name="Group 192"/>
              <p:cNvGrpSpPr>
                <a:grpSpLocks/>
              </p:cNvGrpSpPr>
              <p:nvPr/>
            </p:nvGrpSpPr>
            <p:grpSpPr bwMode="auto">
              <a:xfrm>
                <a:off x="838200" y="1674813"/>
                <a:ext cx="3276600" cy="1680696"/>
                <a:chOff x="624" y="1200"/>
                <a:chExt cx="2064" cy="1241"/>
              </a:xfrm>
            </p:grpSpPr>
            <p:sp>
              <p:nvSpPr>
                <p:cNvPr id="23688" name="Oval 48"/>
                <p:cNvSpPr>
                  <a:spLocks noChangeArrowheads="1"/>
                </p:cNvSpPr>
                <p:nvPr/>
              </p:nvSpPr>
              <p:spPr bwMode="auto">
                <a:xfrm>
                  <a:off x="1677" y="1200"/>
                  <a:ext cx="324" cy="243"/>
                </a:xfrm>
                <a:prstGeom prst="ellipse">
                  <a:avLst/>
                </a:prstGeom>
                <a:solidFill>
                  <a:schemeClr val="accent2">
                    <a:lumMod val="60000"/>
                    <a:lumOff val="40000"/>
                  </a:schemeClr>
                </a:solidFill>
                <a:ln w="1270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>
                  <a:lvl1pPr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9pPr>
                </a:lstStyle>
                <a:p>
                  <a:pPr eaLnBrk="1" hangingPunct="1">
                    <a:defRPr/>
                  </a:pPr>
                  <a:endParaRPr lang="en-US"/>
                </a:p>
              </p:txBody>
            </p:sp>
            <p:sp>
              <p:nvSpPr>
                <p:cNvPr id="39089" name="Rectangle 49"/>
                <p:cNvSpPr>
                  <a:spLocks noChangeArrowheads="1"/>
                </p:cNvSpPr>
                <p:nvPr/>
              </p:nvSpPr>
              <p:spPr bwMode="auto">
                <a:xfrm>
                  <a:off x="1777" y="1264"/>
                  <a:ext cx="152" cy="153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>
                  <a:lvl1pPr>
                    <a:lnSpc>
                      <a:spcPct val="90000"/>
                    </a:lnSpc>
                    <a:spcBef>
                      <a:spcPts val="1000"/>
                    </a:spcBef>
                    <a:buFont typeface="Arial" panose="020B0604020202020204" pitchFamily="34" charset="0"/>
                    <a:buChar char="•"/>
                    <a:defRPr sz="28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1pPr>
                  <a:lvl2pPr marL="742950" indent="-285750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24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2pPr>
                  <a:lvl3pPr marL="1143000" indent="-228600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3pPr>
                  <a:lvl4pPr marL="1600200" indent="-228600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4pPr>
                  <a:lvl5pPr marL="2057400" indent="-228600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5pPr>
                  <a:lvl6pPr marL="2514600" indent="-228600" eaLnBrk="0" fontAlgn="base" hangingPunct="0">
                    <a:lnSpc>
                      <a:spcPct val="90000"/>
                    </a:lnSpc>
                    <a:spcBef>
                      <a:spcPts val="5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•"/>
                    <a:defRPr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6pPr>
                  <a:lvl7pPr marL="2971800" indent="-228600" eaLnBrk="0" fontAlgn="base" hangingPunct="0">
                    <a:lnSpc>
                      <a:spcPct val="90000"/>
                    </a:lnSpc>
                    <a:spcBef>
                      <a:spcPts val="5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•"/>
                    <a:defRPr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7pPr>
                  <a:lvl8pPr marL="3429000" indent="-228600" eaLnBrk="0" fontAlgn="base" hangingPunct="0">
                    <a:lnSpc>
                      <a:spcPct val="90000"/>
                    </a:lnSpc>
                    <a:spcBef>
                      <a:spcPts val="5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•"/>
                    <a:defRPr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8pPr>
                  <a:lvl9pPr marL="3886200" indent="-228600" eaLnBrk="0" fontAlgn="base" hangingPunct="0">
                    <a:lnSpc>
                      <a:spcPct val="90000"/>
                    </a:lnSpc>
                    <a:spcBef>
                      <a:spcPts val="5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•"/>
                    <a:defRPr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9pPr>
                </a:lstStyle>
                <a:p>
                  <a:pPr eaLnBrk="1" hangingPunct="1">
                    <a:lnSpc>
                      <a:spcPct val="100000"/>
                    </a:lnSpc>
                    <a:spcBef>
                      <a:spcPct val="0"/>
                    </a:spcBef>
                    <a:buFontTx/>
                    <a:buNone/>
                  </a:pPr>
                  <a:endParaRPr lang="en-US" sz="2400">
                    <a:latin typeface="Tahoma" panose="020B0604030504040204" pitchFamily="34" charset="0"/>
                  </a:endParaRPr>
                </a:p>
              </p:txBody>
            </p:sp>
            <p:sp>
              <p:nvSpPr>
                <p:cNvPr id="39090" name="Rectangle 50"/>
                <p:cNvSpPr>
                  <a:spLocks noChangeArrowheads="1"/>
                </p:cNvSpPr>
                <p:nvPr/>
              </p:nvSpPr>
              <p:spPr bwMode="auto">
                <a:xfrm>
                  <a:off x="1777" y="1267"/>
                  <a:ext cx="65" cy="182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lIns="0" tIns="0" rIns="0" bIns="0">
                  <a:spAutoFit/>
                </a:bodyPr>
                <a:lstStyle>
                  <a:lvl1pPr>
                    <a:lnSpc>
                      <a:spcPct val="90000"/>
                    </a:lnSpc>
                    <a:spcBef>
                      <a:spcPts val="1000"/>
                    </a:spcBef>
                    <a:buFont typeface="Arial" panose="020B0604020202020204" pitchFamily="34" charset="0"/>
                    <a:buChar char="•"/>
                    <a:defRPr sz="28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1pPr>
                  <a:lvl2pPr marL="742950" indent="-285750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24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2pPr>
                  <a:lvl3pPr marL="1143000" indent="-228600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3pPr>
                  <a:lvl4pPr marL="1600200" indent="-228600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4pPr>
                  <a:lvl5pPr marL="2057400" indent="-228600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5pPr>
                  <a:lvl6pPr marL="2514600" indent="-228600" eaLnBrk="0" fontAlgn="base" hangingPunct="0">
                    <a:lnSpc>
                      <a:spcPct val="90000"/>
                    </a:lnSpc>
                    <a:spcBef>
                      <a:spcPts val="5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•"/>
                    <a:defRPr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6pPr>
                  <a:lvl7pPr marL="2971800" indent="-228600" eaLnBrk="0" fontAlgn="base" hangingPunct="0">
                    <a:lnSpc>
                      <a:spcPct val="90000"/>
                    </a:lnSpc>
                    <a:spcBef>
                      <a:spcPts val="5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•"/>
                    <a:defRPr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7pPr>
                  <a:lvl8pPr marL="3429000" indent="-228600" eaLnBrk="0" fontAlgn="base" hangingPunct="0">
                    <a:lnSpc>
                      <a:spcPct val="90000"/>
                    </a:lnSpc>
                    <a:spcBef>
                      <a:spcPts val="5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•"/>
                    <a:defRPr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8pPr>
                  <a:lvl9pPr marL="3886200" indent="-228600" eaLnBrk="0" fontAlgn="base" hangingPunct="0">
                    <a:lnSpc>
                      <a:spcPct val="90000"/>
                    </a:lnSpc>
                    <a:spcBef>
                      <a:spcPts val="5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•"/>
                    <a:defRPr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9pPr>
                </a:lstStyle>
                <a:p>
                  <a:pPr eaLnBrk="1" hangingPunct="1">
                    <a:lnSpc>
                      <a:spcPct val="100000"/>
                    </a:lnSpc>
                    <a:spcBef>
                      <a:spcPct val="0"/>
                    </a:spcBef>
                    <a:buFontTx/>
                    <a:buNone/>
                  </a:pPr>
                  <a:r>
                    <a:rPr lang="en-US" sz="1600">
                      <a:solidFill>
                        <a:srgbClr val="000000"/>
                      </a:solidFill>
                      <a:latin typeface="Times New Roman" panose="02020603050405020304" pitchFamily="18" charset="0"/>
                    </a:rPr>
                    <a:t>7</a:t>
                  </a:r>
                  <a:endParaRPr lang="en-US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23691" name="Oval 51"/>
                <p:cNvSpPr>
                  <a:spLocks noChangeArrowheads="1"/>
                </p:cNvSpPr>
                <p:nvPr/>
              </p:nvSpPr>
              <p:spPr bwMode="auto">
                <a:xfrm>
                  <a:off x="1218" y="1534"/>
                  <a:ext cx="322" cy="241"/>
                </a:xfrm>
                <a:prstGeom prst="ellipse">
                  <a:avLst/>
                </a:prstGeom>
                <a:solidFill>
                  <a:schemeClr val="accent2">
                    <a:lumMod val="60000"/>
                    <a:lumOff val="40000"/>
                  </a:schemeClr>
                </a:solidFill>
                <a:ln w="1270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>
                  <a:lvl1pPr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9pPr>
                </a:lstStyle>
                <a:p>
                  <a:pPr eaLnBrk="1" hangingPunct="1">
                    <a:defRPr/>
                  </a:pPr>
                  <a:endParaRPr lang="en-US"/>
                </a:p>
              </p:txBody>
            </p:sp>
            <p:sp>
              <p:nvSpPr>
                <p:cNvPr id="39092" name="Rectangle 52"/>
                <p:cNvSpPr>
                  <a:spLocks noChangeArrowheads="1"/>
                </p:cNvSpPr>
                <p:nvPr/>
              </p:nvSpPr>
              <p:spPr bwMode="auto">
                <a:xfrm>
                  <a:off x="1318" y="1598"/>
                  <a:ext cx="152" cy="153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>
                  <a:lvl1pPr>
                    <a:lnSpc>
                      <a:spcPct val="90000"/>
                    </a:lnSpc>
                    <a:spcBef>
                      <a:spcPts val="1000"/>
                    </a:spcBef>
                    <a:buFont typeface="Arial" panose="020B0604020202020204" pitchFamily="34" charset="0"/>
                    <a:buChar char="•"/>
                    <a:defRPr sz="28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1pPr>
                  <a:lvl2pPr marL="742950" indent="-285750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24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2pPr>
                  <a:lvl3pPr marL="1143000" indent="-228600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3pPr>
                  <a:lvl4pPr marL="1600200" indent="-228600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4pPr>
                  <a:lvl5pPr marL="2057400" indent="-228600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5pPr>
                  <a:lvl6pPr marL="2514600" indent="-228600" eaLnBrk="0" fontAlgn="base" hangingPunct="0">
                    <a:lnSpc>
                      <a:spcPct val="90000"/>
                    </a:lnSpc>
                    <a:spcBef>
                      <a:spcPts val="5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•"/>
                    <a:defRPr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6pPr>
                  <a:lvl7pPr marL="2971800" indent="-228600" eaLnBrk="0" fontAlgn="base" hangingPunct="0">
                    <a:lnSpc>
                      <a:spcPct val="90000"/>
                    </a:lnSpc>
                    <a:spcBef>
                      <a:spcPts val="5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•"/>
                    <a:defRPr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7pPr>
                  <a:lvl8pPr marL="3429000" indent="-228600" eaLnBrk="0" fontAlgn="base" hangingPunct="0">
                    <a:lnSpc>
                      <a:spcPct val="90000"/>
                    </a:lnSpc>
                    <a:spcBef>
                      <a:spcPts val="5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•"/>
                    <a:defRPr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8pPr>
                  <a:lvl9pPr marL="3886200" indent="-228600" eaLnBrk="0" fontAlgn="base" hangingPunct="0">
                    <a:lnSpc>
                      <a:spcPct val="90000"/>
                    </a:lnSpc>
                    <a:spcBef>
                      <a:spcPts val="5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•"/>
                    <a:defRPr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9pPr>
                </a:lstStyle>
                <a:p>
                  <a:pPr eaLnBrk="1" hangingPunct="1">
                    <a:lnSpc>
                      <a:spcPct val="100000"/>
                    </a:lnSpc>
                    <a:spcBef>
                      <a:spcPct val="0"/>
                    </a:spcBef>
                    <a:buFontTx/>
                    <a:buNone/>
                  </a:pPr>
                  <a:endParaRPr lang="en-US" sz="2400">
                    <a:latin typeface="Tahoma" panose="020B0604030504040204" pitchFamily="34" charset="0"/>
                  </a:endParaRPr>
                </a:p>
              </p:txBody>
            </p:sp>
            <p:sp>
              <p:nvSpPr>
                <p:cNvPr id="39093" name="Rectangle 53"/>
                <p:cNvSpPr>
                  <a:spLocks noChangeArrowheads="1"/>
                </p:cNvSpPr>
                <p:nvPr/>
              </p:nvSpPr>
              <p:spPr bwMode="auto">
                <a:xfrm>
                  <a:off x="1318" y="1599"/>
                  <a:ext cx="129" cy="182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lIns="0" tIns="0" rIns="0" bIns="0">
                  <a:spAutoFit/>
                </a:bodyPr>
                <a:lstStyle>
                  <a:lvl1pPr>
                    <a:lnSpc>
                      <a:spcPct val="90000"/>
                    </a:lnSpc>
                    <a:spcBef>
                      <a:spcPts val="1000"/>
                    </a:spcBef>
                    <a:buFont typeface="Arial" panose="020B0604020202020204" pitchFamily="34" charset="0"/>
                    <a:buChar char="•"/>
                    <a:defRPr sz="28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1pPr>
                  <a:lvl2pPr marL="742950" indent="-285750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24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2pPr>
                  <a:lvl3pPr marL="1143000" indent="-228600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3pPr>
                  <a:lvl4pPr marL="1600200" indent="-228600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4pPr>
                  <a:lvl5pPr marL="2057400" indent="-228600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5pPr>
                  <a:lvl6pPr marL="2514600" indent="-228600" eaLnBrk="0" fontAlgn="base" hangingPunct="0">
                    <a:lnSpc>
                      <a:spcPct val="90000"/>
                    </a:lnSpc>
                    <a:spcBef>
                      <a:spcPts val="5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•"/>
                    <a:defRPr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6pPr>
                  <a:lvl7pPr marL="2971800" indent="-228600" eaLnBrk="0" fontAlgn="base" hangingPunct="0">
                    <a:lnSpc>
                      <a:spcPct val="90000"/>
                    </a:lnSpc>
                    <a:spcBef>
                      <a:spcPts val="5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•"/>
                    <a:defRPr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7pPr>
                  <a:lvl8pPr marL="3429000" indent="-228600" eaLnBrk="0" fontAlgn="base" hangingPunct="0">
                    <a:lnSpc>
                      <a:spcPct val="90000"/>
                    </a:lnSpc>
                    <a:spcBef>
                      <a:spcPts val="5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•"/>
                    <a:defRPr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8pPr>
                  <a:lvl9pPr marL="3886200" indent="-228600" eaLnBrk="0" fontAlgn="base" hangingPunct="0">
                    <a:lnSpc>
                      <a:spcPct val="90000"/>
                    </a:lnSpc>
                    <a:spcBef>
                      <a:spcPts val="5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•"/>
                    <a:defRPr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9pPr>
                </a:lstStyle>
                <a:p>
                  <a:pPr eaLnBrk="1" hangingPunct="1">
                    <a:lnSpc>
                      <a:spcPct val="100000"/>
                    </a:lnSpc>
                    <a:spcBef>
                      <a:spcPct val="0"/>
                    </a:spcBef>
                    <a:buFontTx/>
                    <a:buNone/>
                  </a:pPr>
                  <a:r>
                    <a:rPr lang="en-US" sz="1600">
                      <a:solidFill>
                        <a:srgbClr val="000000"/>
                      </a:solidFill>
                      <a:latin typeface="Times New Roman" panose="02020603050405020304" pitchFamily="18" charset="0"/>
                    </a:rPr>
                    <a:t>24</a:t>
                  </a:r>
                  <a:endParaRPr lang="en-US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23694" name="Oval 54"/>
                <p:cNvSpPr>
                  <a:spLocks noChangeArrowheads="1"/>
                </p:cNvSpPr>
                <p:nvPr/>
              </p:nvSpPr>
              <p:spPr bwMode="auto">
                <a:xfrm>
                  <a:off x="2138" y="1548"/>
                  <a:ext cx="317" cy="243"/>
                </a:xfrm>
                <a:prstGeom prst="ellipse">
                  <a:avLst/>
                </a:prstGeom>
                <a:solidFill>
                  <a:schemeClr val="bg1">
                    <a:lumMod val="95000"/>
                  </a:schemeClr>
                </a:solidFill>
                <a:ln w="1270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>
                  <a:lvl1pPr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9pPr>
                </a:lstStyle>
                <a:p>
                  <a:pPr eaLnBrk="1" hangingPunct="1">
                    <a:defRPr/>
                  </a:pPr>
                  <a:endParaRPr lang="en-US"/>
                </a:p>
              </p:txBody>
            </p:sp>
            <p:sp>
              <p:nvSpPr>
                <p:cNvPr id="39095" name="Rectangle 55"/>
                <p:cNvSpPr>
                  <a:spLocks noChangeArrowheads="1"/>
                </p:cNvSpPr>
                <p:nvPr/>
              </p:nvSpPr>
              <p:spPr bwMode="auto">
                <a:xfrm>
                  <a:off x="2238" y="1613"/>
                  <a:ext cx="150" cy="152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>
                  <a:lvl1pPr>
                    <a:lnSpc>
                      <a:spcPct val="90000"/>
                    </a:lnSpc>
                    <a:spcBef>
                      <a:spcPts val="1000"/>
                    </a:spcBef>
                    <a:buFont typeface="Arial" panose="020B0604020202020204" pitchFamily="34" charset="0"/>
                    <a:buChar char="•"/>
                    <a:defRPr sz="28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1pPr>
                  <a:lvl2pPr marL="742950" indent="-285750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24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2pPr>
                  <a:lvl3pPr marL="1143000" indent="-228600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3pPr>
                  <a:lvl4pPr marL="1600200" indent="-228600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4pPr>
                  <a:lvl5pPr marL="2057400" indent="-228600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5pPr>
                  <a:lvl6pPr marL="2514600" indent="-228600" eaLnBrk="0" fontAlgn="base" hangingPunct="0">
                    <a:lnSpc>
                      <a:spcPct val="90000"/>
                    </a:lnSpc>
                    <a:spcBef>
                      <a:spcPts val="5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•"/>
                    <a:defRPr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6pPr>
                  <a:lvl7pPr marL="2971800" indent="-228600" eaLnBrk="0" fontAlgn="base" hangingPunct="0">
                    <a:lnSpc>
                      <a:spcPct val="90000"/>
                    </a:lnSpc>
                    <a:spcBef>
                      <a:spcPts val="5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•"/>
                    <a:defRPr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7pPr>
                  <a:lvl8pPr marL="3429000" indent="-228600" eaLnBrk="0" fontAlgn="base" hangingPunct="0">
                    <a:lnSpc>
                      <a:spcPct val="90000"/>
                    </a:lnSpc>
                    <a:spcBef>
                      <a:spcPts val="5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•"/>
                    <a:defRPr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8pPr>
                  <a:lvl9pPr marL="3886200" indent="-228600" eaLnBrk="0" fontAlgn="base" hangingPunct="0">
                    <a:lnSpc>
                      <a:spcPct val="90000"/>
                    </a:lnSpc>
                    <a:spcBef>
                      <a:spcPts val="5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•"/>
                    <a:defRPr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9pPr>
                </a:lstStyle>
                <a:p>
                  <a:pPr eaLnBrk="1" hangingPunct="1">
                    <a:lnSpc>
                      <a:spcPct val="100000"/>
                    </a:lnSpc>
                    <a:spcBef>
                      <a:spcPct val="0"/>
                    </a:spcBef>
                    <a:buFontTx/>
                    <a:buNone/>
                  </a:pPr>
                  <a:endParaRPr lang="en-US" sz="2400">
                    <a:latin typeface="Tahoma" panose="020B0604030504040204" pitchFamily="34" charset="0"/>
                  </a:endParaRPr>
                </a:p>
              </p:txBody>
            </p:sp>
            <p:sp>
              <p:nvSpPr>
                <p:cNvPr id="39096" name="Rectangle 56"/>
                <p:cNvSpPr>
                  <a:spLocks noChangeArrowheads="1"/>
                </p:cNvSpPr>
                <p:nvPr/>
              </p:nvSpPr>
              <p:spPr bwMode="auto">
                <a:xfrm>
                  <a:off x="2238" y="1615"/>
                  <a:ext cx="129" cy="182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lIns="0" tIns="0" rIns="0" bIns="0">
                  <a:spAutoFit/>
                </a:bodyPr>
                <a:lstStyle>
                  <a:lvl1pPr>
                    <a:lnSpc>
                      <a:spcPct val="90000"/>
                    </a:lnSpc>
                    <a:spcBef>
                      <a:spcPts val="1000"/>
                    </a:spcBef>
                    <a:buFont typeface="Arial" panose="020B0604020202020204" pitchFamily="34" charset="0"/>
                    <a:buChar char="•"/>
                    <a:defRPr sz="28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1pPr>
                  <a:lvl2pPr marL="742950" indent="-285750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24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2pPr>
                  <a:lvl3pPr marL="1143000" indent="-228600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3pPr>
                  <a:lvl4pPr marL="1600200" indent="-228600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4pPr>
                  <a:lvl5pPr marL="2057400" indent="-228600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5pPr>
                  <a:lvl6pPr marL="2514600" indent="-228600" eaLnBrk="0" fontAlgn="base" hangingPunct="0">
                    <a:lnSpc>
                      <a:spcPct val="90000"/>
                    </a:lnSpc>
                    <a:spcBef>
                      <a:spcPts val="5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•"/>
                    <a:defRPr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6pPr>
                  <a:lvl7pPr marL="2971800" indent="-228600" eaLnBrk="0" fontAlgn="base" hangingPunct="0">
                    <a:lnSpc>
                      <a:spcPct val="90000"/>
                    </a:lnSpc>
                    <a:spcBef>
                      <a:spcPts val="5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•"/>
                    <a:defRPr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7pPr>
                  <a:lvl8pPr marL="3429000" indent="-228600" eaLnBrk="0" fontAlgn="base" hangingPunct="0">
                    <a:lnSpc>
                      <a:spcPct val="90000"/>
                    </a:lnSpc>
                    <a:spcBef>
                      <a:spcPts val="5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•"/>
                    <a:defRPr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8pPr>
                  <a:lvl9pPr marL="3886200" indent="-228600" eaLnBrk="0" fontAlgn="base" hangingPunct="0">
                    <a:lnSpc>
                      <a:spcPct val="90000"/>
                    </a:lnSpc>
                    <a:spcBef>
                      <a:spcPts val="5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•"/>
                    <a:defRPr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9pPr>
                </a:lstStyle>
                <a:p>
                  <a:pPr eaLnBrk="1" hangingPunct="1">
                    <a:lnSpc>
                      <a:spcPct val="100000"/>
                    </a:lnSpc>
                    <a:spcBef>
                      <a:spcPct val="0"/>
                    </a:spcBef>
                    <a:buFontTx/>
                    <a:buNone/>
                  </a:pPr>
                  <a:r>
                    <a:rPr lang="en-US" sz="1600">
                      <a:solidFill>
                        <a:srgbClr val="000000"/>
                      </a:solidFill>
                      <a:latin typeface="Times New Roman" panose="02020603050405020304" pitchFamily="18" charset="0"/>
                    </a:rPr>
                    <a:t>19</a:t>
                  </a:r>
                  <a:endParaRPr lang="en-US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23697" name="Oval 57"/>
                <p:cNvSpPr>
                  <a:spLocks noChangeArrowheads="1"/>
                </p:cNvSpPr>
                <p:nvPr/>
              </p:nvSpPr>
              <p:spPr bwMode="auto">
                <a:xfrm>
                  <a:off x="871" y="1829"/>
                  <a:ext cx="300" cy="245"/>
                </a:xfrm>
                <a:prstGeom prst="ellipse">
                  <a:avLst/>
                </a:prstGeom>
                <a:solidFill>
                  <a:schemeClr val="accent1">
                    <a:lumMod val="60000"/>
                    <a:lumOff val="40000"/>
                  </a:schemeClr>
                </a:solidFill>
                <a:ln w="1270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>
                  <a:lvl1pPr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9pPr>
                </a:lstStyle>
                <a:p>
                  <a:pPr eaLnBrk="1" hangingPunct="1">
                    <a:defRPr/>
                  </a:pPr>
                  <a:endParaRPr lang="en-US"/>
                </a:p>
              </p:txBody>
            </p:sp>
            <p:sp>
              <p:nvSpPr>
                <p:cNvPr id="39098" name="Rectangle 58"/>
                <p:cNvSpPr>
                  <a:spLocks noChangeArrowheads="1"/>
                </p:cNvSpPr>
                <p:nvPr/>
              </p:nvSpPr>
              <p:spPr bwMode="auto">
                <a:xfrm>
                  <a:off x="968" y="1896"/>
                  <a:ext cx="152" cy="153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>
                  <a:lvl1pPr>
                    <a:lnSpc>
                      <a:spcPct val="90000"/>
                    </a:lnSpc>
                    <a:spcBef>
                      <a:spcPts val="1000"/>
                    </a:spcBef>
                    <a:buFont typeface="Arial" panose="020B0604020202020204" pitchFamily="34" charset="0"/>
                    <a:buChar char="•"/>
                    <a:defRPr sz="28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1pPr>
                  <a:lvl2pPr marL="742950" indent="-285750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24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2pPr>
                  <a:lvl3pPr marL="1143000" indent="-228600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3pPr>
                  <a:lvl4pPr marL="1600200" indent="-228600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4pPr>
                  <a:lvl5pPr marL="2057400" indent="-228600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5pPr>
                  <a:lvl6pPr marL="2514600" indent="-228600" eaLnBrk="0" fontAlgn="base" hangingPunct="0">
                    <a:lnSpc>
                      <a:spcPct val="90000"/>
                    </a:lnSpc>
                    <a:spcBef>
                      <a:spcPts val="5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•"/>
                    <a:defRPr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6pPr>
                  <a:lvl7pPr marL="2971800" indent="-228600" eaLnBrk="0" fontAlgn="base" hangingPunct="0">
                    <a:lnSpc>
                      <a:spcPct val="90000"/>
                    </a:lnSpc>
                    <a:spcBef>
                      <a:spcPts val="5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•"/>
                    <a:defRPr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7pPr>
                  <a:lvl8pPr marL="3429000" indent="-228600" eaLnBrk="0" fontAlgn="base" hangingPunct="0">
                    <a:lnSpc>
                      <a:spcPct val="90000"/>
                    </a:lnSpc>
                    <a:spcBef>
                      <a:spcPts val="5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•"/>
                    <a:defRPr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8pPr>
                  <a:lvl9pPr marL="3886200" indent="-228600" eaLnBrk="0" fontAlgn="base" hangingPunct="0">
                    <a:lnSpc>
                      <a:spcPct val="90000"/>
                    </a:lnSpc>
                    <a:spcBef>
                      <a:spcPts val="5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•"/>
                    <a:defRPr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9pPr>
                </a:lstStyle>
                <a:p>
                  <a:pPr eaLnBrk="1" hangingPunct="1">
                    <a:lnSpc>
                      <a:spcPct val="100000"/>
                    </a:lnSpc>
                    <a:spcBef>
                      <a:spcPct val="0"/>
                    </a:spcBef>
                    <a:buFontTx/>
                    <a:buNone/>
                  </a:pPr>
                  <a:endParaRPr lang="en-US" sz="2400">
                    <a:latin typeface="Tahoma" panose="020B0604030504040204" pitchFamily="34" charset="0"/>
                  </a:endParaRPr>
                </a:p>
              </p:txBody>
            </p:sp>
            <p:sp>
              <p:nvSpPr>
                <p:cNvPr id="39099" name="Rectangle 59"/>
                <p:cNvSpPr>
                  <a:spLocks noChangeArrowheads="1"/>
                </p:cNvSpPr>
                <p:nvPr/>
              </p:nvSpPr>
              <p:spPr bwMode="auto">
                <a:xfrm>
                  <a:off x="968" y="1896"/>
                  <a:ext cx="128" cy="181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lIns="0" tIns="0" rIns="0" bIns="0">
                  <a:spAutoFit/>
                </a:bodyPr>
                <a:lstStyle>
                  <a:lvl1pPr>
                    <a:lnSpc>
                      <a:spcPct val="90000"/>
                    </a:lnSpc>
                    <a:spcBef>
                      <a:spcPts val="1000"/>
                    </a:spcBef>
                    <a:buFont typeface="Arial" panose="020B0604020202020204" pitchFamily="34" charset="0"/>
                    <a:buChar char="•"/>
                    <a:defRPr sz="28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1pPr>
                  <a:lvl2pPr marL="742950" indent="-285750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24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2pPr>
                  <a:lvl3pPr marL="1143000" indent="-228600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3pPr>
                  <a:lvl4pPr marL="1600200" indent="-228600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4pPr>
                  <a:lvl5pPr marL="2057400" indent="-228600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5pPr>
                  <a:lvl6pPr marL="2514600" indent="-228600" eaLnBrk="0" fontAlgn="base" hangingPunct="0">
                    <a:lnSpc>
                      <a:spcPct val="90000"/>
                    </a:lnSpc>
                    <a:spcBef>
                      <a:spcPts val="5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•"/>
                    <a:defRPr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6pPr>
                  <a:lvl7pPr marL="2971800" indent="-228600" eaLnBrk="0" fontAlgn="base" hangingPunct="0">
                    <a:lnSpc>
                      <a:spcPct val="90000"/>
                    </a:lnSpc>
                    <a:spcBef>
                      <a:spcPts val="5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•"/>
                    <a:defRPr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7pPr>
                  <a:lvl8pPr marL="3429000" indent="-228600" eaLnBrk="0" fontAlgn="base" hangingPunct="0">
                    <a:lnSpc>
                      <a:spcPct val="90000"/>
                    </a:lnSpc>
                    <a:spcBef>
                      <a:spcPts val="5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•"/>
                    <a:defRPr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8pPr>
                  <a:lvl9pPr marL="3886200" indent="-228600" eaLnBrk="0" fontAlgn="base" hangingPunct="0">
                    <a:lnSpc>
                      <a:spcPct val="90000"/>
                    </a:lnSpc>
                    <a:spcBef>
                      <a:spcPts val="5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•"/>
                    <a:defRPr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9pPr>
                </a:lstStyle>
                <a:p>
                  <a:pPr eaLnBrk="1" hangingPunct="1">
                    <a:lnSpc>
                      <a:spcPct val="100000"/>
                    </a:lnSpc>
                    <a:spcBef>
                      <a:spcPct val="0"/>
                    </a:spcBef>
                    <a:buFontTx/>
                    <a:buNone/>
                  </a:pPr>
                  <a:r>
                    <a:rPr lang="en-US" sz="1600">
                      <a:solidFill>
                        <a:srgbClr val="000000"/>
                      </a:solidFill>
                      <a:latin typeface="Times New Roman" panose="02020603050405020304" pitchFamily="18" charset="0"/>
                    </a:rPr>
                    <a:t>21</a:t>
                  </a:r>
                  <a:endParaRPr lang="en-US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23700" name="Oval 60"/>
                <p:cNvSpPr>
                  <a:spLocks noChangeArrowheads="1"/>
                </p:cNvSpPr>
                <p:nvPr/>
              </p:nvSpPr>
              <p:spPr bwMode="auto">
                <a:xfrm>
                  <a:off x="1544" y="1851"/>
                  <a:ext cx="321" cy="245"/>
                </a:xfrm>
                <a:prstGeom prst="ellipse">
                  <a:avLst/>
                </a:prstGeom>
                <a:solidFill>
                  <a:schemeClr val="accent1">
                    <a:lumMod val="60000"/>
                    <a:lumOff val="40000"/>
                  </a:schemeClr>
                </a:solidFill>
                <a:ln w="1270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>
                  <a:lvl1pPr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9pPr>
                </a:lstStyle>
                <a:p>
                  <a:pPr eaLnBrk="1" hangingPunct="1">
                    <a:defRPr/>
                  </a:pPr>
                  <a:endParaRPr lang="en-US"/>
                </a:p>
              </p:txBody>
            </p:sp>
            <p:sp>
              <p:nvSpPr>
                <p:cNvPr id="39101" name="Rectangle 61"/>
                <p:cNvSpPr>
                  <a:spLocks noChangeArrowheads="1"/>
                </p:cNvSpPr>
                <p:nvPr/>
              </p:nvSpPr>
              <p:spPr bwMode="auto">
                <a:xfrm>
                  <a:off x="1645" y="1916"/>
                  <a:ext cx="151" cy="155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>
                  <a:lvl1pPr>
                    <a:lnSpc>
                      <a:spcPct val="90000"/>
                    </a:lnSpc>
                    <a:spcBef>
                      <a:spcPts val="1000"/>
                    </a:spcBef>
                    <a:buFont typeface="Arial" panose="020B0604020202020204" pitchFamily="34" charset="0"/>
                    <a:buChar char="•"/>
                    <a:defRPr sz="28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1pPr>
                  <a:lvl2pPr marL="742950" indent="-285750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24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2pPr>
                  <a:lvl3pPr marL="1143000" indent="-228600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3pPr>
                  <a:lvl4pPr marL="1600200" indent="-228600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4pPr>
                  <a:lvl5pPr marL="2057400" indent="-228600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5pPr>
                  <a:lvl6pPr marL="2514600" indent="-228600" eaLnBrk="0" fontAlgn="base" hangingPunct="0">
                    <a:lnSpc>
                      <a:spcPct val="90000"/>
                    </a:lnSpc>
                    <a:spcBef>
                      <a:spcPts val="5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•"/>
                    <a:defRPr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6pPr>
                  <a:lvl7pPr marL="2971800" indent="-228600" eaLnBrk="0" fontAlgn="base" hangingPunct="0">
                    <a:lnSpc>
                      <a:spcPct val="90000"/>
                    </a:lnSpc>
                    <a:spcBef>
                      <a:spcPts val="5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•"/>
                    <a:defRPr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7pPr>
                  <a:lvl8pPr marL="3429000" indent="-228600" eaLnBrk="0" fontAlgn="base" hangingPunct="0">
                    <a:lnSpc>
                      <a:spcPct val="90000"/>
                    </a:lnSpc>
                    <a:spcBef>
                      <a:spcPts val="5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•"/>
                    <a:defRPr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8pPr>
                  <a:lvl9pPr marL="3886200" indent="-228600" eaLnBrk="0" fontAlgn="base" hangingPunct="0">
                    <a:lnSpc>
                      <a:spcPct val="90000"/>
                    </a:lnSpc>
                    <a:spcBef>
                      <a:spcPts val="5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•"/>
                    <a:defRPr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9pPr>
                </a:lstStyle>
                <a:p>
                  <a:pPr eaLnBrk="1" hangingPunct="1">
                    <a:lnSpc>
                      <a:spcPct val="100000"/>
                    </a:lnSpc>
                    <a:spcBef>
                      <a:spcPct val="0"/>
                    </a:spcBef>
                    <a:buFontTx/>
                    <a:buNone/>
                  </a:pPr>
                  <a:endParaRPr lang="en-US" sz="2400">
                    <a:latin typeface="Tahoma" panose="020B0604030504040204" pitchFamily="34" charset="0"/>
                  </a:endParaRPr>
                </a:p>
              </p:txBody>
            </p:sp>
            <p:sp>
              <p:nvSpPr>
                <p:cNvPr id="39102" name="Rectangle 62"/>
                <p:cNvSpPr>
                  <a:spLocks noChangeArrowheads="1"/>
                </p:cNvSpPr>
                <p:nvPr/>
              </p:nvSpPr>
              <p:spPr bwMode="auto">
                <a:xfrm>
                  <a:off x="1645" y="1919"/>
                  <a:ext cx="129" cy="182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lIns="0" tIns="0" rIns="0" bIns="0">
                  <a:spAutoFit/>
                </a:bodyPr>
                <a:lstStyle>
                  <a:lvl1pPr>
                    <a:lnSpc>
                      <a:spcPct val="90000"/>
                    </a:lnSpc>
                    <a:spcBef>
                      <a:spcPts val="1000"/>
                    </a:spcBef>
                    <a:buFont typeface="Arial" panose="020B0604020202020204" pitchFamily="34" charset="0"/>
                    <a:buChar char="•"/>
                    <a:defRPr sz="28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1pPr>
                  <a:lvl2pPr marL="742950" indent="-285750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24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2pPr>
                  <a:lvl3pPr marL="1143000" indent="-228600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3pPr>
                  <a:lvl4pPr marL="1600200" indent="-228600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4pPr>
                  <a:lvl5pPr marL="2057400" indent="-228600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5pPr>
                  <a:lvl6pPr marL="2514600" indent="-228600" eaLnBrk="0" fontAlgn="base" hangingPunct="0">
                    <a:lnSpc>
                      <a:spcPct val="90000"/>
                    </a:lnSpc>
                    <a:spcBef>
                      <a:spcPts val="5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•"/>
                    <a:defRPr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6pPr>
                  <a:lvl7pPr marL="2971800" indent="-228600" eaLnBrk="0" fontAlgn="base" hangingPunct="0">
                    <a:lnSpc>
                      <a:spcPct val="90000"/>
                    </a:lnSpc>
                    <a:spcBef>
                      <a:spcPts val="5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•"/>
                    <a:defRPr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7pPr>
                  <a:lvl8pPr marL="3429000" indent="-228600" eaLnBrk="0" fontAlgn="base" hangingPunct="0">
                    <a:lnSpc>
                      <a:spcPct val="90000"/>
                    </a:lnSpc>
                    <a:spcBef>
                      <a:spcPts val="5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•"/>
                    <a:defRPr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8pPr>
                  <a:lvl9pPr marL="3886200" indent="-228600" eaLnBrk="0" fontAlgn="base" hangingPunct="0">
                    <a:lnSpc>
                      <a:spcPct val="90000"/>
                    </a:lnSpc>
                    <a:spcBef>
                      <a:spcPts val="5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•"/>
                    <a:defRPr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9pPr>
                </a:lstStyle>
                <a:p>
                  <a:pPr eaLnBrk="1" hangingPunct="1">
                    <a:lnSpc>
                      <a:spcPct val="100000"/>
                    </a:lnSpc>
                    <a:spcBef>
                      <a:spcPct val="0"/>
                    </a:spcBef>
                    <a:buFontTx/>
                    <a:buNone/>
                  </a:pPr>
                  <a:r>
                    <a:rPr lang="en-US" sz="1600">
                      <a:solidFill>
                        <a:srgbClr val="000000"/>
                      </a:solidFill>
                      <a:latin typeface="Times New Roman" panose="02020603050405020304" pitchFamily="18" charset="0"/>
                    </a:rPr>
                    <a:t>14</a:t>
                  </a:r>
                  <a:endParaRPr lang="en-US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23703" name="Oval 63"/>
                <p:cNvSpPr>
                  <a:spLocks noChangeArrowheads="1"/>
                </p:cNvSpPr>
                <p:nvPr/>
              </p:nvSpPr>
              <p:spPr bwMode="auto">
                <a:xfrm>
                  <a:off x="1917" y="1836"/>
                  <a:ext cx="309" cy="244"/>
                </a:xfrm>
                <a:prstGeom prst="ellipse">
                  <a:avLst/>
                </a:prstGeom>
                <a:solidFill>
                  <a:schemeClr val="accent1">
                    <a:lumMod val="60000"/>
                    <a:lumOff val="40000"/>
                  </a:schemeClr>
                </a:solidFill>
                <a:ln w="1270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>
                  <a:lvl1pPr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9pPr>
                </a:lstStyle>
                <a:p>
                  <a:pPr eaLnBrk="1" hangingPunct="1">
                    <a:defRPr/>
                  </a:pPr>
                  <a:endParaRPr lang="en-US"/>
                </a:p>
              </p:txBody>
            </p:sp>
            <p:sp>
              <p:nvSpPr>
                <p:cNvPr id="39104" name="Rectangle 64"/>
                <p:cNvSpPr>
                  <a:spLocks noChangeArrowheads="1"/>
                </p:cNvSpPr>
                <p:nvPr/>
              </p:nvSpPr>
              <p:spPr bwMode="auto">
                <a:xfrm>
                  <a:off x="2017" y="1901"/>
                  <a:ext cx="149" cy="155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>
                  <a:lvl1pPr>
                    <a:lnSpc>
                      <a:spcPct val="90000"/>
                    </a:lnSpc>
                    <a:spcBef>
                      <a:spcPts val="1000"/>
                    </a:spcBef>
                    <a:buFont typeface="Arial" panose="020B0604020202020204" pitchFamily="34" charset="0"/>
                    <a:buChar char="•"/>
                    <a:defRPr sz="28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1pPr>
                  <a:lvl2pPr marL="742950" indent="-285750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24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2pPr>
                  <a:lvl3pPr marL="1143000" indent="-228600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3pPr>
                  <a:lvl4pPr marL="1600200" indent="-228600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4pPr>
                  <a:lvl5pPr marL="2057400" indent="-228600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5pPr>
                  <a:lvl6pPr marL="2514600" indent="-228600" eaLnBrk="0" fontAlgn="base" hangingPunct="0">
                    <a:lnSpc>
                      <a:spcPct val="90000"/>
                    </a:lnSpc>
                    <a:spcBef>
                      <a:spcPts val="5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•"/>
                    <a:defRPr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6pPr>
                  <a:lvl7pPr marL="2971800" indent="-228600" eaLnBrk="0" fontAlgn="base" hangingPunct="0">
                    <a:lnSpc>
                      <a:spcPct val="90000"/>
                    </a:lnSpc>
                    <a:spcBef>
                      <a:spcPts val="5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•"/>
                    <a:defRPr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7pPr>
                  <a:lvl8pPr marL="3429000" indent="-228600" eaLnBrk="0" fontAlgn="base" hangingPunct="0">
                    <a:lnSpc>
                      <a:spcPct val="90000"/>
                    </a:lnSpc>
                    <a:spcBef>
                      <a:spcPts val="5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•"/>
                    <a:defRPr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8pPr>
                  <a:lvl9pPr marL="3886200" indent="-228600" eaLnBrk="0" fontAlgn="base" hangingPunct="0">
                    <a:lnSpc>
                      <a:spcPct val="90000"/>
                    </a:lnSpc>
                    <a:spcBef>
                      <a:spcPts val="5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•"/>
                    <a:defRPr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9pPr>
                </a:lstStyle>
                <a:p>
                  <a:pPr eaLnBrk="1" hangingPunct="1">
                    <a:lnSpc>
                      <a:spcPct val="100000"/>
                    </a:lnSpc>
                    <a:spcBef>
                      <a:spcPct val="0"/>
                    </a:spcBef>
                    <a:buFontTx/>
                    <a:buNone/>
                  </a:pPr>
                  <a:endParaRPr lang="en-US" sz="2400">
                    <a:latin typeface="Tahoma" panose="020B0604030504040204" pitchFamily="34" charset="0"/>
                  </a:endParaRPr>
                </a:p>
              </p:txBody>
            </p:sp>
            <p:sp>
              <p:nvSpPr>
                <p:cNvPr id="39105" name="Rectangle 65"/>
                <p:cNvSpPr>
                  <a:spLocks noChangeArrowheads="1"/>
                </p:cNvSpPr>
                <p:nvPr/>
              </p:nvSpPr>
              <p:spPr bwMode="auto">
                <a:xfrm>
                  <a:off x="2017" y="1904"/>
                  <a:ext cx="128" cy="181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lIns="0" tIns="0" rIns="0" bIns="0">
                  <a:spAutoFit/>
                </a:bodyPr>
                <a:lstStyle>
                  <a:lvl1pPr>
                    <a:lnSpc>
                      <a:spcPct val="90000"/>
                    </a:lnSpc>
                    <a:spcBef>
                      <a:spcPts val="1000"/>
                    </a:spcBef>
                    <a:buFont typeface="Arial" panose="020B0604020202020204" pitchFamily="34" charset="0"/>
                    <a:buChar char="•"/>
                    <a:defRPr sz="28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1pPr>
                  <a:lvl2pPr marL="742950" indent="-285750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24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2pPr>
                  <a:lvl3pPr marL="1143000" indent="-228600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3pPr>
                  <a:lvl4pPr marL="1600200" indent="-228600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4pPr>
                  <a:lvl5pPr marL="2057400" indent="-228600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5pPr>
                  <a:lvl6pPr marL="2514600" indent="-228600" eaLnBrk="0" fontAlgn="base" hangingPunct="0">
                    <a:lnSpc>
                      <a:spcPct val="90000"/>
                    </a:lnSpc>
                    <a:spcBef>
                      <a:spcPts val="5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•"/>
                    <a:defRPr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6pPr>
                  <a:lvl7pPr marL="2971800" indent="-228600" eaLnBrk="0" fontAlgn="base" hangingPunct="0">
                    <a:lnSpc>
                      <a:spcPct val="90000"/>
                    </a:lnSpc>
                    <a:spcBef>
                      <a:spcPts val="5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•"/>
                    <a:defRPr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7pPr>
                  <a:lvl8pPr marL="3429000" indent="-228600" eaLnBrk="0" fontAlgn="base" hangingPunct="0">
                    <a:lnSpc>
                      <a:spcPct val="90000"/>
                    </a:lnSpc>
                    <a:spcBef>
                      <a:spcPts val="5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•"/>
                    <a:defRPr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8pPr>
                  <a:lvl9pPr marL="3886200" indent="-228600" eaLnBrk="0" fontAlgn="base" hangingPunct="0">
                    <a:lnSpc>
                      <a:spcPct val="90000"/>
                    </a:lnSpc>
                    <a:spcBef>
                      <a:spcPts val="5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•"/>
                    <a:defRPr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9pPr>
                </a:lstStyle>
                <a:p>
                  <a:pPr eaLnBrk="1" hangingPunct="1">
                    <a:lnSpc>
                      <a:spcPct val="100000"/>
                    </a:lnSpc>
                    <a:spcBef>
                      <a:spcPct val="0"/>
                    </a:spcBef>
                    <a:buFontTx/>
                    <a:buNone/>
                  </a:pPr>
                  <a:r>
                    <a:rPr lang="en-US" sz="1600">
                      <a:solidFill>
                        <a:srgbClr val="000000"/>
                      </a:solidFill>
                      <a:latin typeface="Times New Roman" panose="02020603050405020304" pitchFamily="18" charset="0"/>
                    </a:rPr>
                    <a:t>03</a:t>
                  </a:r>
                  <a:endParaRPr lang="en-US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23706" name="Oval 66"/>
                <p:cNvSpPr>
                  <a:spLocks noChangeArrowheads="1"/>
                </p:cNvSpPr>
                <p:nvPr/>
              </p:nvSpPr>
              <p:spPr bwMode="auto">
                <a:xfrm>
                  <a:off x="2371" y="1844"/>
                  <a:ext cx="317" cy="246"/>
                </a:xfrm>
                <a:prstGeom prst="ellipse">
                  <a:avLst/>
                </a:prstGeom>
                <a:solidFill>
                  <a:schemeClr val="accent1">
                    <a:lumMod val="60000"/>
                    <a:lumOff val="40000"/>
                  </a:schemeClr>
                </a:solidFill>
                <a:ln w="1270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>
                  <a:lvl1pPr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9pPr>
                </a:lstStyle>
                <a:p>
                  <a:pPr eaLnBrk="1" hangingPunct="1">
                    <a:defRPr/>
                  </a:pPr>
                  <a:endParaRPr lang="en-US"/>
                </a:p>
              </p:txBody>
            </p:sp>
            <p:sp>
              <p:nvSpPr>
                <p:cNvPr id="39107" name="Rectangle 67"/>
                <p:cNvSpPr>
                  <a:spLocks noChangeArrowheads="1"/>
                </p:cNvSpPr>
                <p:nvPr/>
              </p:nvSpPr>
              <p:spPr bwMode="auto">
                <a:xfrm>
                  <a:off x="2472" y="1911"/>
                  <a:ext cx="151" cy="152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>
                  <a:lvl1pPr>
                    <a:lnSpc>
                      <a:spcPct val="90000"/>
                    </a:lnSpc>
                    <a:spcBef>
                      <a:spcPts val="1000"/>
                    </a:spcBef>
                    <a:buFont typeface="Arial" panose="020B0604020202020204" pitchFamily="34" charset="0"/>
                    <a:buChar char="•"/>
                    <a:defRPr sz="28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1pPr>
                  <a:lvl2pPr marL="742950" indent="-285750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24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2pPr>
                  <a:lvl3pPr marL="1143000" indent="-228600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3pPr>
                  <a:lvl4pPr marL="1600200" indent="-228600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4pPr>
                  <a:lvl5pPr marL="2057400" indent="-228600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5pPr>
                  <a:lvl6pPr marL="2514600" indent="-228600" eaLnBrk="0" fontAlgn="base" hangingPunct="0">
                    <a:lnSpc>
                      <a:spcPct val="90000"/>
                    </a:lnSpc>
                    <a:spcBef>
                      <a:spcPts val="5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•"/>
                    <a:defRPr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6pPr>
                  <a:lvl7pPr marL="2971800" indent="-228600" eaLnBrk="0" fontAlgn="base" hangingPunct="0">
                    <a:lnSpc>
                      <a:spcPct val="90000"/>
                    </a:lnSpc>
                    <a:spcBef>
                      <a:spcPts val="5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•"/>
                    <a:defRPr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7pPr>
                  <a:lvl8pPr marL="3429000" indent="-228600" eaLnBrk="0" fontAlgn="base" hangingPunct="0">
                    <a:lnSpc>
                      <a:spcPct val="90000"/>
                    </a:lnSpc>
                    <a:spcBef>
                      <a:spcPts val="5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•"/>
                    <a:defRPr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8pPr>
                  <a:lvl9pPr marL="3886200" indent="-228600" eaLnBrk="0" fontAlgn="base" hangingPunct="0">
                    <a:lnSpc>
                      <a:spcPct val="90000"/>
                    </a:lnSpc>
                    <a:spcBef>
                      <a:spcPts val="5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•"/>
                    <a:defRPr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9pPr>
                </a:lstStyle>
                <a:p>
                  <a:pPr eaLnBrk="1" hangingPunct="1">
                    <a:lnSpc>
                      <a:spcPct val="100000"/>
                    </a:lnSpc>
                    <a:spcBef>
                      <a:spcPct val="0"/>
                    </a:spcBef>
                    <a:buFontTx/>
                    <a:buNone/>
                  </a:pPr>
                  <a:endParaRPr lang="en-US" sz="2400">
                    <a:latin typeface="Tahoma" panose="020B0604030504040204" pitchFamily="34" charset="0"/>
                  </a:endParaRPr>
                </a:p>
              </p:txBody>
            </p:sp>
            <p:sp>
              <p:nvSpPr>
                <p:cNvPr id="39108" name="Rectangle 68"/>
                <p:cNvSpPr>
                  <a:spLocks noChangeArrowheads="1"/>
                </p:cNvSpPr>
                <p:nvPr/>
              </p:nvSpPr>
              <p:spPr bwMode="auto">
                <a:xfrm>
                  <a:off x="2472" y="1913"/>
                  <a:ext cx="129" cy="182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lIns="0" tIns="0" rIns="0" bIns="0">
                  <a:spAutoFit/>
                </a:bodyPr>
                <a:lstStyle>
                  <a:lvl1pPr>
                    <a:lnSpc>
                      <a:spcPct val="90000"/>
                    </a:lnSpc>
                    <a:spcBef>
                      <a:spcPts val="1000"/>
                    </a:spcBef>
                    <a:buFont typeface="Arial" panose="020B0604020202020204" pitchFamily="34" charset="0"/>
                    <a:buChar char="•"/>
                    <a:defRPr sz="28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1pPr>
                  <a:lvl2pPr marL="742950" indent="-285750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24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2pPr>
                  <a:lvl3pPr marL="1143000" indent="-228600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3pPr>
                  <a:lvl4pPr marL="1600200" indent="-228600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4pPr>
                  <a:lvl5pPr marL="2057400" indent="-228600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5pPr>
                  <a:lvl6pPr marL="2514600" indent="-228600" eaLnBrk="0" fontAlgn="base" hangingPunct="0">
                    <a:lnSpc>
                      <a:spcPct val="90000"/>
                    </a:lnSpc>
                    <a:spcBef>
                      <a:spcPts val="5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•"/>
                    <a:defRPr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6pPr>
                  <a:lvl7pPr marL="2971800" indent="-228600" eaLnBrk="0" fontAlgn="base" hangingPunct="0">
                    <a:lnSpc>
                      <a:spcPct val="90000"/>
                    </a:lnSpc>
                    <a:spcBef>
                      <a:spcPts val="5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•"/>
                    <a:defRPr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7pPr>
                  <a:lvl8pPr marL="3429000" indent="-228600" eaLnBrk="0" fontAlgn="base" hangingPunct="0">
                    <a:lnSpc>
                      <a:spcPct val="90000"/>
                    </a:lnSpc>
                    <a:spcBef>
                      <a:spcPts val="5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•"/>
                    <a:defRPr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8pPr>
                  <a:lvl9pPr marL="3886200" indent="-228600" eaLnBrk="0" fontAlgn="base" hangingPunct="0">
                    <a:lnSpc>
                      <a:spcPct val="90000"/>
                    </a:lnSpc>
                    <a:spcBef>
                      <a:spcPts val="5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•"/>
                    <a:defRPr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9pPr>
                </a:lstStyle>
                <a:p>
                  <a:pPr eaLnBrk="1" hangingPunct="1">
                    <a:lnSpc>
                      <a:spcPct val="100000"/>
                    </a:lnSpc>
                    <a:spcBef>
                      <a:spcPct val="0"/>
                    </a:spcBef>
                    <a:buFontTx/>
                    <a:buNone/>
                  </a:pPr>
                  <a:r>
                    <a:rPr lang="en-US" sz="1600" dirty="0">
                      <a:solidFill>
                        <a:srgbClr val="000000"/>
                      </a:solidFill>
                      <a:latin typeface="Times New Roman" panose="02020603050405020304" pitchFamily="18" charset="0"/>
                    </a:rPr>
                    <a:t>10</a:t>
                  </a:r>
                  <a:endParaRPr lang="en-US" dirty="0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23709" name="Oval 69"/>
                <p:cNvSpPr>
                  <a:spLocks noChangeArrowheads="1"/>
                </p:cNvSpPr>
                <p:nvPr/>
              </p:nvSpPr>
              <p:spPr bwMode="auto">
                <a:xfrm>
                  <a:off x="1103" y="2192"/>
                  <a:ext cx="275" cy="246"/>
                </a:xfrm>
                <a:prstGeom prst="ellipse">
                  <a:avLst/>
                </a:prstGeom>
                <a:solidFill>
                  <a:schemeClr val="accent1">
                    <a:lumMod val="60000"/>
                    <a:lumOff val="40000"/>
                  </a:schemeClr>
                </a:solidFill>
                <a:ln w="1270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>
                  <a:lvl1pPr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9pPr>
                </a:lstStyle>
                <a:p>
                  <a:pPr eaLnBrk="1" hangingPunct="1">
                    <a:defRPr/>
                  </a:pPr>
                  <a:endParaRPr lang="en-US"/>
                </a:p>
              </p:txBody>
            </p:sp>
            <p:sp>
              <p:nvSpPr>
                <p:cNvPr id="39110" name="Rectangle 70"/>
                <p:cNvSpPr>
                  <a:spLocks noChangeArrowheads="1"/>
                </p:cNvSpPr>
                <p:nvPr/>
              </p:nvSpPr>
              <p:spPr bwMode="auto">
                <a:xfrm>
                  <a:off x="1197" y="2252"/>
                  <a:ext cx="131" cy="160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>
                  <a:lvl1pPr>
                    <a:lnSpc>
                      <a:spcPct val="90000"/>
                    </a:lnSpc>
                    <a:spcBef>
                      <a:spcPts val="1000"/>
                    </a:spcBef>
                    <a:buFont typeface="Arial" panose="020B0604020202020204" pitchFamily="34" charset="0"/>
                    <a:buChar char="•"/>
                    <a:defRPr sz="28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1pPr>
                  <a:lvl2pPr marL="742950" indent="-285750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24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2pPr>
                  <a:lvl3pPr marL="1143000" indent="-228600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3pPr>
                  <a:lvl4pPr marL="1600200" indent="-228600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4pPr>
                  <a:lvl5pPr marL="2057400" indent="-228600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5pPr>
                  <a:lvl6pPr marL="2514600" indent="-228600" eaLnBrk="0" fontAlgn="base" hangingPunct="0">
                    <a:lnSpc>
                      <a:spcPct val="90000"/>
                    </a:lnSpc>
                    <a:spcBef>
                      <a:spcPts val="5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•"/>
                    <a:defRPr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6pPr>
                  <a:lvl7pPr marL="2971800" indent="-228600" eaLnBrk="0" fontAlgn="base" hangingPunct="0">
                    <a:lnSpc>
                      <a:spcPct val="90000"/>
                    </a:lnSpc>
                    <a:spcBef>
                      <a:spcPts val="5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•"/>
                    <a:defRPr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7pPr>
                  <a:lvl8pPr marL="3429000" indent="-228600" eaLnBrk="0" fontAlgn="base" hangingPunct="0">
                    <a:lnSpc>
                      <a:spcPct val="90000"/>
                    </a:lnSpc>
                    <a:spcBef>
                      <a:spcPts val="5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•"/>
                    <a:defRPr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8pPr>
                  <a:lvl9pPr marL="3886200" indent="-228600" eaLnBrk="0" fontAlgn="base" hangingPunct="0">
                    <a:lnSpc>
                      <a:spcPct val="90000"/>
                    </a:lnSpc>
                    <a:spcBef>
                      <a:spcPts val="5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•"/>
                    <a:defRPr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9pPr>
                </a:lstStyle>
                <a:p>
                  <a:pPr eaLnBrk="1" hangingPunct="1">
                    <a:lnSpc>
                      <a:spcPct val="100000"/>
                    </a:lnSpc>
                    <a:spcBef>
                      <a:spcPct val="0"/>
                    </a:spcBef>
                    <a:buFontTx/>
                    <a:buNone/>
                  </a:pPr>
                  <a:endParaRPr lang="en-US" sz="2400">
                    <a:latin typeface="Tahoma" panose="020B0604030504040204" pitchFamily="34" charset="0"/>
                  </a:endParaRPr>
                </a:p>
              </p:txBody>
            </p:sp>
            <p:sp>
              <p:nvSpPr>
                <p:cNvPr id="39111" name="Rectangle 71"/>
                <p:cNvSpPr>
                  <a:spLocks noChangeArrowheads="1"/>
                </p:cNvSpPr>
                <p:nvPr/>
              </p:nvSpPr>
              <p:spPr bwMode="auto">
                <a:xfrm>
                  <a:off x="1197" y="2254"/>
                  <a:ext cx="129" cy="182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lIns="0" tIns="0" rIns="0" bIns="0">
                  <a:spAutoFit/>
                </a:bodyPr>
                <a:lstStyle>
                  <a:lvl1pPr>
                    <a:lnSpc>
                      <a:spcPct val="90000"/>
                    </a:lnSpc>
                    <a:spcBef>
                      <a:spcPts val="1000"/>
                    </a:spcBef>
                    <a:buFont typeface="Arial" panose="020B0604020202020204" pitchFamily="34" charset="0"/>
                    <a:buChar char="•"/>
                    <a:defRPr sz="28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1pPr>
                  <a:lvl2pPr marL="742950" indent="-285750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24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2pPr>
                  <a:lvl3pPr marL="1143000" indent="-228600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3pPr>
                  <a:lvl4pPr marL="1600200" indent="-228600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4pPr>
                  <a:lvl5pPr marL="2057400" indent="-228600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5pPr>
                  <a:lvl6pPr marL="2514600" indent="-228600" eaLnBrk="0" fontAlgn="base" hangingPunct="0">
                    <a:lnSpc>
                      <a:spcPct val="90000"/>
                    </a:lnSpc>
                    <a:spcBef>
                      <a:spcPts val="5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•"/>
                    <a:defRPr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6pPr>
                  <a:lvl7pPr marL="2971800" indent="-228600" eaLnBrk="0" fontAlgn="base" hangingPunct="0">
                    <a:lnSpc>
                      <a:spcPct val="90000"/>
                    </a:lnSpc>
                    <a:spcBef>
                      <a:spcPts val="5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•"/>
                    <a:defRPr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7pPr>
                  <a:lvl8pPr marL="3429000" indent="-228600" eaLnBrk="0" fontAlgn="base" hangingPunct="0">
                    <a:lnSpc>
                      <a:spcPct val="90000"/>
                    </a:lnSpc>
                    <a:spcBef>
                      <a:spcPts val="5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•"/>
                    <a:defRPr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8pPr>
                  <a:lvl9pPr marL="3886200" indent="-228600" eaLnBrk="0" fontAlgn="base" hangingPunct="0">
                    <a:lnSpc>
                      <a:spcPct val="90000"/>
                    </a:lnSpc>
                    <a:spcBef>
                      <a:spcPts val="5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•"/>
                    <a:defRPr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9pPr>
                </a:lstStyle>
                <a:p>
                  <a:pPr eaLnBrk="1" hangingPunct="1">
                    <a:lnSpc>
                      <a:spcPct val="100000"/>
                    </a:lnSpc>
                    <a:spcBef>
                      <a:spcPct val="0"/>
                    </a:spcBef>
                    <a:buFontTx/>
                    <a:buNone/>
                  </a:pPr>
                  <a:r>
                    <a:rPr lang="en-US" sz="1600">
                      <a:solidFill>
                        <a:srgbClr val="000000"/>
                      </a:solidFill>
                      <a:latin typeface="Times New Roman" panose="02020603050405020304" pitchFamily="18" charset="0"/>
                    </a:rPr>
                    <a:t>13</a:t>
                  </a:r>
                  <a:endParaRPr lang="en-US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23712" name="Oval 72"/>
                <p:cNvSpPr>
                  <a:spLocks noChangeArrowheads="1"/>
                </p:cNvSpPr>
                <p:nvPr/>
              </p:nvSpPr>
              <p:spPr bwMode="auto">
                <a:xfrm>
                  <a:off x="624" y="2185"/>
                  <a:ext cx="272" cy="244"/>
                </a:xfrm>
                <a:prstGeom prst="ellipse">
                  <a:avLst/>
                </a:prstGeom>
                <a:solidFill>
                  <a:schemeClr val="accent1">
                    <a:lumMod val="60000"/>
                    <a:lumOff val="40000"/>
                  </a:schemeClr>
                </a:solidFill>
                <a:ln w="1270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>
                  <a:lvl1pPr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9pPr>
                </a:lstStyle>
                <a:p>
                  <a:pPr eaLnBrk="1" hangingPunct="1">
                    <a:defRPr/>
                  </a:pPr>
                  <a:endParaRPr lang="en-US"/>
                </a:p>
              </p:txBody>
            </p:sp>
            <p:sp>
              <p:nvSpPr>
                <p:cNvPr id="39113" name="Rectangle 73"/>
                <p:cNvSpPr>
                  <a:spLocks noChangeArrowheads="1"/>
                </p:cNvSpPr>
                <p:nvPr/>
              </p:nvSpPr>
              <p:spPr bwMode="auto">
                <a:xfrm>
                  <a:off x="714" y="2249"/>
                  <a:ext cx="99" cy="155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>
                  <a:lvl1pPr>
                    <a:lnSpc>
                      <a:spcPct val="90000"/>
                    </a:lnSpc>
                    <a:spcBef>
                      <a:spcPts val="1000"/>
                    </a:spcBef>
                    <a:buFont typeface="Arial" panose="020B0604020202020204" pitchFamily="34" charset="0"/>
                    <a:buChar char="•"/>
                    <a:defRPr sz="28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1pPr>
                  <a:lvl2pPr marL="742950" indent="-285750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24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2pPr>
                  <a:lvl3pPr marL="1143000" indent="-228600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3pPr>
                  <a:lvl4pPr marL="1600200" indent="-228600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4pPr>
                  <a:lvl5pPr marL="2057400" indent="-228600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5pPr>
                  <a:lvl6pPr marL="2514600" indent="-228600" eaLnBrk="0" fontAlgn="base" hangingPunct="0">
                    <a:lnSpc>
                      <a:spcPct val="90000"/>
                    </a:lnSpc>
                    <a:spcBef>
                      <a:spcPts val="5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•"/>
                    <a:defRPr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6pPr>
                  <a:lvl7pPr marL="2971800" indent="-228600" eaLnBrk="0" fontAlgn="base" hangingPunct="0">
                    <a:lnSpc>
                      <a:spcPct val="90000"/>
                    </a:lnSpc>
                    <a:spcBef>
                      <a:spcPts val="5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•"/>
                    <a:defRPr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7pPr>
                  <a:lvl8pPr marL="3429000" indent="-228600" eaLnBrk="0" fontAlgn="base" hangingPunct="0">
                    <a:lnSpc>
                      <a:spcPct val="90000"/>
                    </a:lnSpc>
                    <a:spcBef>
                      <a:spcPts val="5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•"/>
                    <a:defRPr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8pPr>
                  <a:lvl9pPr marL="3886200" indent="-228600" eaLnBrk="0" fontAlgn="base" hangingPunct="0">
                    <a:lnSpc>
                      <a:spcPct val="90000"/>
                    </a:lnSpc>
                    <a:spcBef>
                      <a:spcPts val="5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•"/>
                    <a:defRPr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9pPr>
                </a:lstStyle>
                <a:p>
                  <a:pPr eaLnBrk="1" hangingPunct="1">
                    <a:lnSpc>
                      <a:spcPct val="100000"/>
                    </a:lnSpc>
                    <a:spcBef>
                      <a:spcPct val="0"/>
                    </a:spcBef>
                    <a:buFontTx/>
                    <a:buNone/>
                  </a:pPr>
                  <a:endParaRPr lang="en-US" sz="2400">
                    <a:latin typeface="Tahoma" panose="020B0604030504040204" pitchFamily="34" charset="0"/>
                  </a:endParaRPr>
                </a:p>
              </p:txBody>
            </p:sp>
            <p:sp>
              <p:nvSpPr>
                <p:cNvPr id="39114" name="Rectangle 74"/>
                <p:cNvSpPr>
                  <a:spLocks noChangeArrowheads="1"/>
                </p:cNvSpPr>
                <p:nvPr/>
              </p:nvSpPr>
              <p:spPr bwMode="auto">
                <a:xfrm>
                  <a:off x="714" y="2251"/>
                  <a:ext cx="64" cy="181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lIns="0" tIns="0" rIns="0" bIns="0">
                  <a:spAutoFit/>
                </a:bodyPr>
                <a:lstStyle>
                  <a:lvl1pPr>
                    <a:lnSpc>
                      <a:spcPct val="90000"/>
                    </a:lnSpc>
                    <a:spcBef>
                      <a:spcPts val="1000"/>
                    </a:spcBef>
                    <a:buFont typeface="Arial" panose="020B0604020202020204" pitchFamily="34" charset="0"/>
                    <a:buChar char="•"/>
                    <a:defRPr sz="28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1pPr>
                  <a:lvl2pPr marL="742950" indent="-285750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24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2pPr>
                  <a:lvl3pPr marL="1143000" indent="-228600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3pPr>
                  <a:lvl4pPr marL="1600200" indent="-228600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4pPr>
                  <a:lvl5pPr marL="2057400" indent="-228600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5pPr>
                  <a:lvl6pPr marL="2514600" indent="-228600" eaLnBrk="0" fontAlgn="base" hangingPunct="0">
                    <a:lnSpc>
                      <a:spcPct val="90000"/>
                    </a:lnSpc>
                    <a:spcBef>
                      <a:spcPts val="5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•"/>
                    <a:defRPr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6pPr>
                  <a:lvl7pPr marL="2971800" indent="-228600" eaLnBrk="0" fontAlgn="base" hangingPunct="0">
                    <a:lnSpc>
                      <a:spcPct val="90000"/>
                    </a:lnSpc>
                    <a:spcBef>
                      <a:spcPts val="5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•"/>
                    <a:defRPr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7pPr>
                  <a:lvl8pPr marL="3429000" indent="-228600" eaLnBrk="0" fontAlgn="base" hangingPunct="0">
                    <a:lnSpc>
                      <a:spcPct val="90000"/>
                    </a:lnSpc>
                    <a:spcBef>
                      <a:spcPts val="5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•"/>
                    <a:defRPr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8pPr>
                  <a:lvl9pPr marL="3886200" indent="-228600" eaLnBrk="0" fontAlgn="base" hangingPunct="0">
                    <a:lnSpc>
                      <a:spcPct val="90000"/>
                    </a:lnSpc>
                    <a:spcBef>
                      <a:spcPts val="5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•"/>
                    <a:defRPr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9pPr>
                </a:lstStyle>
                <a:p>
                  <a:pPr eaLnBrk="1" hangingPunct="1">
                    <a:lnSpc>
                      <a:spcPct val="100000"/>
                    </a:lnSpc>
                    <a:spcBef>
                      <a:spcPct val="0"/>
                    </a:spcBef>
                    <a:buFontTx/>
                    <a:buNone/>
                  </a:pPr>
                  <a:r>
                    <a:rPr lang="en-US" sz="1600" dirty="0">
                      <a:solidFill>
                        <a:srgbClr val="000000"/>
                      </a:solidFill>
                      <a:latin typeface="Times New Roman" panose="02020603050405020304" pitchFamily="18" charset="0"/>
                    </a:rPr>
                    <a:t>2</a:t>
                  </a:r>
                  <a:endParaRPr lang="en-US" dirty="0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23715" name="Oval 75"/>
                <p:cNvSpPr>
                  <a:spLocks noChangeArrowheads="1"/>
                </p:cNvSpPr>
                <p:nvPr/>
              </p:nvSpPr>
              <p:spPr bwMode="auto">
                <a:xfrm>
                  <a:off x="1423" y="2192"/>
                  <a:ext cx="324" cy="246"/>
                </a:xfrm>
                <a:prstGeom prst="ellipse">
                  <a:avLst/>
                </a:prstGeom>
                <a:solidFill>
                  <a:schemeClr val="accent1">
                    <a:lumMod val="60000"/>
                    <a:lumOff val="40000"/>
                  </a:schemeClr>
                </a:solidFill>
                <a:ln w="1270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>
                  <a:lvl1pPr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9pPr>
                </a:lstStyle>
                <a:p>
                  <a:pPr eaLnBrk="1" hangingPunct="1">
                    <a:defRPr/>
                  </a:pPr>
                  <a:endParaRPr lang="en-US"/>
                </a:p>
              </p:txBody>
            </p:sp>
            <p:sp>
              <p:nvSpPr>
                <p:cNvPr id="39116" name="Rectangle 76"/>
                <p:cNvSpPr>
                  <a:spLocks noChangeArrowheads="1"/>
                </p:cNvSpPr>
                <p:nvPr/>
              </p:nvSpPr>
              <p:spPr bwMode="auto">
                <a:xfrm>
                  <a:off x="1523" y="2259"/>
                  <a:ext cx="151" cy="153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>
                  <a:lvl1pPr>
                    <a:lnSpc>
                      <a:spcPct val="90000"/>
                    </a:lnSpc>
                    <a:spcBef>
                      <a:spcPts val="1000"/>
                    </a:spcBef>
                    <a:buFont typeface="Arial" panose="020B0604020202020204" pitchFamily="34" charset="0"/>
                    <a:buChar char="•"/>
                    <a:defRPr sz="28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1pPr>
                  <a:lvl2pPr marL="742950" indent="-285750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24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2pPr>
                  <a:lvl3pPr marL="1143000" indent="-228600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3pPr>
                  <a:lvl4pPr marL="1600200" indent="-228600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4pPr>
                  <a:lvl5pPr marL="2057400" indent="-228600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5pPr>
                  <a:lvl6pPr marL="2514600" indent="-228600" eaLnBrk="0" fontAlgn="base" hangingPunct="0">
                    <a:lnSpc>
                      <a:spcPct val="90000"/>
                    </a:lnSpc>
                    <a:spcBef>
                      <a:spcPts val="5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•"/>
                    <a:defRPr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6pPr>
                  <a:lvl7pPr marL="2971800" indent="-228600" eaLnBrk="0" fontAlgn="base" hangingPunct="0">
                    <a:lnSpc>
                      <a:spcPct val="90000"/>
                    </a:lnSpc>
                    <a:spcBef>
                      <a:spcPts val="5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•"/>
                    <a:defRPr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7pPr>
                  <a:lvl8pPr marL="3429000" indent="-228600" eaLnBrk="0" fontAlgn="base" hangingPunct="0">
                    <a:lnSpc>
                      <a:spcPct val="90000"/>
                    </a:lnSpc>
                    <a:spcBef>
                      <a:spcPts val="5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•"/>
                    <a:defRPr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8pPr>
                  <a:lvl9pPr marL="3886200" indent="-228600" eaLnBrk="0" fontAlgn="base" hangingPunct="0">
                    <a:lnSpc>
                      <a:spcPct val="90000"/>
                    </a:lnSpc>
                    <a:spcBef>
                      <a:spcPts val="5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•"/>
                    <a:defRPr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9pPr>
                </a:lstStyle>
                <a:p>
                  <a:pPr eaLnBrk="1" hangingPunct="1">
                    <a:lnSpc>
                      <a:spcPct val="100000"/>
                    </a:lnSpc>
                    <a:spcBef>
                      <a:spcPct val="0"/>
                    </a:spcBef>
                    <a:buFontTx/>
                    <a:buNone/>
                  </a:pPr>
                  <a:endParaRPr lang="en-US" sz="2400">
                    <a:latin typeface="Tahoma" panose="020B0604030504040204" pitchFamily="34" charset="0"/>
                  </a:endParaRPr>
                </a:p>
              </p:txBody>
            </p:sp>
            <p:sp>
              <p:nvSpPr>
                <p:cNvPr id="39117" name="Rectangle 77"/>
                <p:cNvSpPr>
                  <a:spLocks noChangeArrowheads="1"/>
                </p:cNvSpPr>
                <p:nvPr/>
              </p:nvSpPr>
              <p:spPr bwMode="auto">
                <a:xfrm>
                  <a:off x="1523" y="2259"/>
                  <a:ext cx="124" cy="182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lIns="0" tIns="0" rIns="0" bIns="0">
                  <a:spAutoFit/>
                </a:bodyPr>
                <a:lstStyle>
                  <a:lvl1pPr>
                    <a:lnSpc>
                      <a:spcPct val="90000"/>
                    </a:lnSpc>
                    <a:spcBef>
                      <a:spcPts val="1000"/>
                    </a:spcBef>
                    <a:buFont typeface="Arial" panose="020B0604020202020204" pitchFamily="34" charset="0"/>
                    <a:buChar char="•"/>
                    <a:defRPr sz="28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1pPr>
                  <a:lvl2pPr marL="742950" indent="-285750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24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2pPr>
                  <a:lvl3pPr marL="1143000" indent="-228600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3pPr>
                  <a:lvl4pPr marL="1600200" indent="-228600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4pPr>
                  <a:lvl5pPr marL="2057400" indent="-228600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5pPr>
                  <a:lvl6pPr marL="2514600" indent="-228600" eaLnBrk="0" fontAlgn="base" hangingPunct="0">
                    <a:lnSpc>
                      <a:spcPct val="90000"/>
                    </a:lnSpc>
                    <a:spcBef>
                      <a:spcPts val="5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•"/>
                    <a:defRPr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6pPr>
                  <a:lvl7pPr marL="2971800" indent="-228600" eaLnBrk="0" fontAlgn="base" hangingPunct="0">
                    <a:lnSpc>
                      <a:spcPct val="90000"/>
                    </a:lnSpc>
                    <a:spcBef>
                      <a:spcPts val="5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•"/>
                    <a:defRPr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7pPr>
                  <a:lvl8pPr marL="3429000" indent="-228600" eaLnBrk="0" fontAlgn="base" hangingPunct="0">
                    <a:lnSpc>
                      <a:spcPct val="90000"/>
                    </a:lnSpc>
                    <a:spcBef>
                      <a:spcPts val="5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•"/>
                    <a:defRPr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8pPr>
                  <a:lvl9pPr marL="3886200" indent="-228600" eaLnBrk="0" fontAlgn="base" hangingPunct="0">
                    <a:lnSpc>
                      <a:spcPct val="90000"/>
                    </a:lnSpc>
                    <a:spcBef>
                      <a:spcPts val="5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•"/>
                    <a:defRPr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9pPr>
                </a:lstStyle>
                <a:p>
                  <a:pPr eaLnBrk="1" hangingPunct="1">
                    <a:lnSpc>
                      <a:spcPct val="100000"/>
                    </a:lnSpc>
                    <a:spcBef>
                      <a:spcPct val="0"/>
                    </a:spcBef>
                    <a:buFontTx/>
                    <a:buNone/>
                  </a:pPr>
                  <a:r>
                    <a:rPr lang="en-US" sz="1600">
                      <a:solidFill>
                        <a:srgbClr val="000000"/>
                      </a:solidFill>
                      <a:latin typeface="Times New Roman" panose="02020603050405020304" pitchFamily="18" charset="0"/>
                    </a:rPr>
                    <a:t>11</a:t>
                  </a:r>
                  <a:endParaRPr lang="en-US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39118" name="Line 78"/>
                <p:cNvSpPr>
                  <a:spLocks noChangeShapeType="1"/>
                </p:cNvSpPr>
                <p:nvPr/>
              </p:nvSpPr>
              <p:spPr bwMode="auto">
                <a:xfrm flipH="1">
                  <a:off x="1451" y="1379"/>
                  <a:ext cx="240" cy="181"/>
                </a:xfrm>
                <a:prstGeom prst="line">
                  <a:avLst/>
                </a:prstGeom>
                <a:noFill/>
                <a:ln w="1270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9119" name="Line 79"/>
                <p:cNvSpPr>
                  <a:spLocks noChangeShapeType="1"/>
                </p:cNvSpPr>
                <p:nvPr/>
              </p:nvSpPr>
              <p:spPr bwMode="auto">
                <a:xfrm>
                  <a:off x="1926" y="1389"/>
                  <a:ext cx="238" cy="185"/>
                </a:xfrm>
                <a:prstGeom prst="line">
                  <a:avLst/>
                </a:prstGeom>
                <a:noFill/>
                <a:ln w="1270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9120" name="Line 80"/>
                <p:cNvSpPr>
                  <a:spLocks noChangeShapeType="1"/>
                </p:cNvSpPr>
                <p:nvPr/>
              </p:nvSpPr>
              <p:spPr bwMode="auto">
                <a:xfrm flipH="1">
                  <a:off x="1097" y="1713"/>
                  <a:ext cx="147" cy="145"/>
                </a:xfrm>
                <a:prstGeom prst="line">
                  <a:avLst/>
                </a:prstGeom>
                <a:noFill/>
                <a:ln w="1270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9121" name="Line 81"/>
                <p:cNvSpPr>
                  <a:spLocks noChangeShapeType="1"/>
                </p:cNvSpPr>
                <p:nvPr/>
              </p:nvSpPr>
              <p:spPr bwMode="auto">
                <a:xfrm>
                  <a:off x="1464" y="1722"/>
                  <a:ext cx="133" cy="151"/>
                </a:xfrm>
                <a:prstGeom prst="line">
                  <a:avLst/>
                </a:prstGeom>
                <a:noFill/>
                <a:ln w="1270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9122" name="Line 82"/>
                <p:cNvSpPr>
                  <a:spLocks noChangeShapeType="1"/>
                </p:cNvSpPr>
                <p:nvPr/>
              </p:nvSpPr>
              <p:spPr bwMode="auto">
                <a:xfrm flipH="1">
                  <a:off x="2101" y="1765"/>
                  <a:ext cx="86" cy="79"/>
                </a:xfrm>
                <a:prstGeom prst="line">
                  <a:avLst/>
                </a:prstGeom>
                <a:noFill/>
                <a:ln w="1270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9123" name="Line 83"/>
                <p:cNvSpPr>
                  <a:spLocks noChangeShapeType="1"/>
                </p:cNvSpPr>
                <p:nvPr/>
              </p:nvSpPr>
              <p:spPr bwMode="auto">
                <a:xfrm>
                  <a:off x="2351" y="1772"/>
                  <a:ext cx="76" cy="86"/>
                </a:xfrm>
                <a:prstGeom prst="line">
                  <a:avLst/>
                </a:prstGeom>
                <a:noFill/>
                <a:ln w="1270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9124" name="Line 84"/>
                <p:cNvSpPr>
                  <a:spLocks noChangeShapeType="1"/>
                </p:cNvSpPr>
                <p:nvPr/>
              </p:nvSpPr>
              <p:spPr bwMode="auto">
                <a:xfrm flipH="1">
                  <a:off x="761" y="2025"/>
                  <a:ext cx="129" cy="158"/>
                </a:xfrm>
                <a:prstGeom prst="line">
                  <a:avLst/>
                </a:prstGeom>
                <a:noFill/>
                <a:ln w="1270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9125" name="Line 85"/>
                <p:cNvSpPr>
                  <a:spLocks noChangeShapeType="1"/>
                </p:cNvSpPr>
                <p:nvPr/>
              </p:nvSpPr>
              <p:spPr bwMode="auto">
                <a:xfrm>
                  <a:off x="1090" y="2042"/>
                  <a:ext cx="90" cy="155"/>
                </a:xfrm>
                <a:prstGeom prst="line">
                  <a:avLst/>
                </a:prstGeom>
                <a:noFill/>
                <a:ln w="1270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9126" name="Line 86"/>
                <p:cNvSpPr>
                  <a:spLocks noChangeShapeType="1"/>
                </p:cNvSpPr>
                <p:nvPr/>
              </p:nvSpPr>
              <p:spPr bwMode="auto">
                <a:xfrm flipH="1">
                  <a:off x="1569" y="2075"/>
                  <a:ext cx="36" cy="117"/>
                </a:xfrm>
                <a:prstGeom prst="line">
                  <a:avLst/>
                </a:prstGeom>
                <a:noFill/>
                <a:ln w="1270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grpSp>
              <p:nvGrpSpPr>
                <p:cNvPr id="39127" name="Group 87"/>
                <p:cNvGrpSpPr>
                  <a:grpSpLocks/>
                </p:cNvGrpSpPr>
                <p:nvPr/>
              </p:nvGrpSpPr>
              <p:grpSpPr bwMode="auto">
                <a:xfrm>
                  <a:off x="1557" y="1408"/>
                  <a:ext cx="187" cy="167"/>
                  <a:chOff x="1276" y="748"/>
                  <a:chExt cx="220" cy="193"/>
                </a:xfrm>
              </p:grpSpPr>
              <p:sp>
                <p:nvSpPr>
                  <p:cNvPr id="39128" name="Line 88"/>
                  <p:cNvSpPr>
                    <a:spLocks noChangeShapeType="1"/>
                  </p:cNvSpPr>
                  <p:nvPr/>
                </p:nvSpPr>
                <p:spPr bwMode="auto">
                  <a:xfrm flipV="1">
                    <a:off x="1350" y="814"/>
                    <a:ext cx="72" cy="61"/>
                  </a:xfrm>
                  <a:prstGeom prst="line">
                    <a:avLst/>
                  </a:prstGeom>
                  <a:noFill/>
                  <a:ln w="17463">
                    <a:solidFill>
                      <a:srgbClr val="00000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en-US"/>
                  </a:p>
                </p:txBody>
              </p:sp>
              <p:sp>
                <p:nvSpPr>
                  <p:cNvPr id="39129" name="Freeform 89"/>
                  <p:cNvSpPr>
                    <a:spLocks/>
                  </p:cNvSpPr>
                  <p:nvPr/>
                </p:nvSpPr>
                <p:spPr bwMode="auto">
                  <a:xfrm>
                    <a:off x="1276" y="828"/>
                    <a:ext cx="116" cy="113"/>
                  </a:xfrm>
                  <a:custGeom>
                    <a:avLst/>
                    <a:gdLst>
                      <a:gd name="T0" fmla="*/ 44 w 116"/>
                      <a:gd name="T1" fmla="*/ 0 h 113"/>
                      <a:gd name="T2" fmla="*/ 0 w 116"/>
                      <a:gd name="T3" fmla="*/ 113 h 113"/>
                      <a:gd name="T4" fmla="*/ 116 w 116"/>
                      <a:gd name="T5" fmla="*/ 80 h 113"/>
                      <a:gd name="T6" fmla="*/ 44 w 116"/>
                      <a:gd name="T7" fmla="*/ 0 h 113"/>
                      <a:gd name="T8" fmla="*/ 0 60000 65536"/>
                      <a:gd name="T9" fmla="*/ 0 60000 65536"/>
                      <a:gd name="T10" fmla="*/ 0 60000 65536"/>
                      <a:gd name="T11" fmla="*/ 0 60000 65536"/>
                    </a:gdLst>
                    <a:ahLst/>
                    <a:cxnLst>
                      <a:cxn ang="T8">
                        <a:pos x="T0" y="T1"/>
                      </a:cxn>
                      <a:cxn ang="T9">
                        <a:pos x="T2" y="T3"/>
                      </a:cxn>
                      <a:cxn ang="T10">
                        <a:pos x="T4" y="T5"/>
                      </a:cxn>
                      <a:cxn ang="T11">
                        <a:pos x="T6" y="T7"/>
                      </a:cxn>
                    </a:cxnLst>
                    <a:rect l="0" t="0" r="r" b="b"/>
                    <a:pathLst>
                      <a:path w="116" h="113">
                        <a:moveTo>
                          <a:pt x="44" y="0"/>
                        </a:moveTo>
                        <a:lnTo>
                          <a:pt x="0" y="113"/>
                        </a:lnTo>
                        <a:lnTo>
                          <a:pt x="116" y="80"/>
                        </a:lnTo>
                        <a:lnTo>
                          <a:pt x="44" y="0"/>
                        </a:lnTo>
                        <a:close/>
                      </a:path>
                    </a:pathLst>
                  </a:custGeom>
                  <a:solidFill>
                    <a:srgbClr val="00000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en-US"/>
                  </a:p>
                </p:txBody>
              </p:sp>
              <p:sp>
                <p:nvSpPr>
                  <p:cNvPr id="39130" name="Freeform 90"/>
                  <p:cNvSpPr>
                    <a:spLocks/>
                  </p:cNvSpPr>
                  <p:nvPr/>
                </p:nvSpPr>
                <p:spPr bwMode="auto">
                  <a:xfrm>
                    <a:off x="1381" y="748"/>
                    <a:ext cx="115" cy="113"/>
                  </a:xfrm>
                  <a:custGeom>
                    <a:avLst/>
                    <a:gdLst>
                      <a:gd name="T0" fmla="*/ 71 w 115"/>
                      <a:gd name="T1" fmla="*/ 113 h 113"/>
                      <a:gd name="T2" fmla="*/ 115 w 115"/>
                      <a:gd name="T3" fmla="*/ 0 h 113"/>
                      <a:gd name="T4" fmla="*/ 0 w 115"/>
                      <a:gd name="T5" fmla="*/ 33 h 113"/>
                      <a:gd name="T6" fmla="*/ 71 w 115"/>
                      <a:gd name="T7" fmla="*/ 113 h 113"/>
                      <a:gd name="T8" fmla="*/ 0 60000 65536"/>
                      <a:gd name="T9" fmla="*/ 0 60000 65536"/>
                      <a:gd name="T10" fmla="*/ 0 60000 65536"/>
                      <a:gd name="T11" fmla="*/ 0 60000 65536"/>
                    </a:gdLst>
                    <a:ahLst/>
                    <a:cxnLst>
                      <a:cxn ang="T8">
                        <a:pos x="T0" y="T1"/>
                      </a:cxn>
                      <a:cxn ang="T9">
                        <a:pos x="T2" y="T3"/>
                      </a:cxn>
                      <a:cxn ang="T10">
                        <a:pos x="T4" y="T5"/>
                      </a:cxn>
                      <a:cxn ang="T11">
                        <a:pos x="T6" y="T7"/>
                      </a:cxn>
                    </a:cxnLst>
                    <a:rect l="0" t="0" r="r" b="b"/>
                    <a:pathLst>
                      <a:path w="115" h="113">
                        <a:moveTo>
                          <a:pt x="71" y="113"/>
                        </a:moveTo>
                        <a:lnTo>
                          <a:pt x="115" y="0"/>
                        </a:lnTo>
                        <a:lnTo>
                          <a:pt x="0" y="33"/>
                        </a:lnTo>
                        <a:lnTo>
                          <a:pt x="71" y="113"/>
                        </a:lnTo>
                        <a:close/>
                      </a:path>
                    </a:pathLst>
                  </a:custGeom>
                  <a:solidFill>
                    <a:srgbClr val="00000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en-US"/>
                  </a:p>
                </p:txBody>
              </p:sp>
            </p:grpSp>
          </p:grpSp>
          <p:sp>
            <p:nvSpPr>
              <p:cNvPr id="2" name="TextBox 1"/>
              <p:cNvSpPr txBox="1"/>
              <p:nvPr/>
            </p:nvSpPr>
            <p:spPr>
              <a:xfrm>
                <a:off x="2251075" y="1600200"/>
                <a:ext cx="263525" cy="276225"/>
              </a:xfrm>
              <a:prstGeom prst="rect">
                <a:avLst/>
              </a:prstGeom>
              <a:noFill/>
            </p:spPr>
            <p:txBody>
              <a:bodyPr wrap="none">
                <a:spAutoFit/>
              </a:bodyPr>
              <a:lstStyle/>
              <a:p>
                <a:pPr>
                  <a:defRPr/>
                </a:pPr>
                <a:r>
                  <a:rPr lang="en-US" sz="1200" dirty="0">
                    <a:solidFill>
                      <a:srgbClr val="FF0000"/>
                    </a:solidFill>
                    <a:latin typeface="+mn-lt"/>
                  </a:rPr>
                  <a:t>1</a:t>
                </a:r>
              </a:p>
            </p:txBody>
          </p:sp>
          <p:sp>
            <p:nvSpPr>
              <p:cNvPr id="181" name="TextBox 180"/>
              <p:cNvSpPr txBox="1"/>
              <p:nvPr/>
            </p:nvSpPr>
            <p:spPr>
              <a:xfrm>
                <a:off x="1549400" y="1985963"/>
                <a:ext cx="261938" cy="276225"/>
              </a:xfrm>
              <a:prstGeom prst="rect">
                <a:avLst/>
              </a:prstGeom>
              <a:noFill/>
            </p:spPr>
            <p:txBody>
              <a:bodyPr wrap="none">
                <a:spAutoFit/>
              </a:bodyPr>
              <a:lstStyle/>
              <a:p>
                <a:pPr>
                  <a:defRPr/>
                </a:pPr>
                <a:r>
                  <a:rPr lang="en-US" sz="1200" dirty="0">
                    <a:solidFill>
                      <a:srgbClr val="FF0000"/>
                    </a:solidFill>
                    <a:latin typeface="+mn-lt"/>
                  </a:rPr>
                  <a:t>2</a:t>
                </a:r>
              </a:p>
            </p:txBody>
          </p:sp>
          <p:sp>
            <p:nvSpPr>
              <p:cNvPr id="182" name="TextBox 181"/>
              <p:cNvSpPr txBox="1"/>
              <p:nvPr/>
            </p:nvSpPr>
            <p:spPr>
              <a:xfrm>
                <a:off x="3622675" y="1933575"/>
                <a:ext cx="263525" cy="276225"/>
              </a:xfrm>
              <a:prstGeom prst="rect">
                <a:avLst/>
              </a:prstGeom>
              <a:noFill/>
            </p:spPr>
            <p:txBody>
              <a:bodyPr wrap="none">
                <a:spAutoFit/>
              </a:bodyPr>
              <a:lstStyle/>
              <a:p>
                <a:pPr>
                  <a:defRPr/>
                </a:pPr>
                <a:r>
                  <a:rPr lang="en-US" sz="1200" dirty="0">
                    <a:solidFill>
                      <a:srgbClr val="FF0000"/>
                    </a:solidFill>
                    <a:latin typeface="+mn-lt"/>
                  </a:rPr>
                  <a:t>3</a:t>
                </a:r>
              </a:p>
            </p:txBody>
          </p:sp>
          <p:sp>
            <p:nvSpPr>
              <p:cNvPr id="183" name="TextBox 182"/>
              <p:cNvSpPr txBox="1"/>
              <p:nvPr/>
            </p:nvSpPr>
            <p:spPr>
              <a:xfrm>
                <a:off x="1031875" y="2390775"/>
                <a:ext cx="263525" cy="276225"/>
              </a:xfrm>
              <a:prstGeom prst="rect">
                <a:avLst/>
              </a:prstGeom>
              <a:noFill/>
            </p:spPr>
            <p:txBody>
              <a:bodyPr wrap="none">
                <a:spAutoFit/>
              </a:bodyPr>
              <a:lstStyle/>
              <a:p>
                <a:pPr>
                  <a:defRPr/>
                </a:pPr>
                <a:r>
                  <a:rPr lang="en-US" sz="1200" dirty="0">
                    <a:solidFill>
                      <a:srgbClr val="FF0000"/>
                    </a:solidFill>
                    <a:latin typeface="+mn-lt"/>
                  </a:rPr>
                  <a:t>4</a:t>
                </a:r>
              </a:p>
            </p:txBody>
          </p:sp>
          <p:sp>
            <p:nvSpPr>
              <p:cNvPr id="184" name="TextBox 183"/>
              <p:cNvSpPr txBox="1"/>
              <p:nvPr/>
            </p:nvSpPr>
            <p:spPr>
              <a:xfrm>
                <a:off x="2403475" y="2314575"/>
                <a:ext cx="263525" cy="276225"/>
              </a:xfrm>
              <a:prstGeom prst="rect">
                <a:avLst/>
              </a:prstGeom>
              <a:noFill/>
            </p:spPr>
            <p:txBody>
              <a:bodyPr wrap="none">
                <a:spAutoFit/>
              </a:bodyPr>
              <a:lstStyle/>
              <a:p>
                <a:pPr>
                  <a:defRPr/>
                </a:pPr>
                <a:r>
                  <a:rPr lang="en-US" sz="1200" dirty="0">
                    <a:solidFill>
                      <a:srgbClr val="FF0000"/>
                    </a:solidFill>
                    <a:latin typeface="+mn-lt"/>
                  </a:rPr>
                  <a:t>5</a:t>
                </a:r>
              </a:p>
            </p:txBody>
          </p:sp>
          <p:sp>
            <p:nvSpPr>
              <p:cNvPr id="185" name="TextBox 184"/>
              <p:cNvSpPr txBox="1"/>
              <p:nvPr/>
            </p:nvSpPr>
            <p:spPr>
              <a:xfrm>
                <a:off x="2936875" y="2314575"/>
                <a:ext cx="263525" cy="276225"/>
              </a:xfrm>
              <a:prstGeom prst="rect">
                <a:avLst/>
              </a:prstGeom>
              <a:noFill/>
            </p:spPr>
            <p:txBody>
              <a:bodyPr wrap="none">
                <a:spAutoFit/>
              </a:bodyPr>
              <a:lstStyle/>
              <a:p>
                <a:pPr>
                  <a:defRPr/>
                </a:pPr>
                <a:r>
                  <a:rPr lang="en-US" sz="1200" dirty="0">
                    <a:solidFill>
                      <a:srgbClr val="FF0000"/>
                    </a:solidFill>
                    <a:latin typeface="+mn-lt"/>
                  </a:rPr>
                  <a:t>6</a:t>
                </a:r>
              </a:p>
            </p:txBody>
          </p:sp>
          <p:sp>
            <p:nvSpPr>
              <p:cNvPr id="186" name="TextBox 185"/>
              <p:cNvSpPr txBox="1"/>
              <p:nvPr/>
            </p:nvSpPr>
            <p:spPr>
              <a:xfrm>
                <a:off x="3962400" y="2286000"/>
                <a:ext cx="263525" cy="276225"/>
              </a:xfrm>
              <a:prstGeom prst="rect">
                <a:avLst/>
              </a:prstGeom>
              <a:noFill/>
            </p:spPr>
            <p:txBody>
              <a:bodyPr wrap="none">
                <a:spAutoFit/>
              </a:bodyPr>
              <a:lstStyle/>
              <a:p>
                <a:pPr>
                  <a:defRPr/>
                </a:pPr>
                <a:r>
                  <a:rPr lang="en-US" sz="1200" dirty="0">
                    <a:solidFill>
                      <a:srgbClr val="FF0000"/>
                    </a:solidFill>
                    <a:latin typeface="+mn-lt"/>
                  </a:rPr>
                  <a:t>7</a:t>
                </a:r>
              </a:p>
            </p:txBody>
          </p:sp>
          <p:sp>
            <p:nvSpPr>
              <p:cNvPr id="187" name="TextBox 186"/>
              <p:cNvSpPr txBox="1"/>
              <p:nvPr/>
            </p:nvSpPr>
            <p:spPr>
              <a:xfrm>
                <a:off x="574675" y="2924175"/>
                <a:ext cx="263525" cy="276225"/>
              </a:xfrm>
              <a:prstGeom prst="rect">
                <a:avLst/>
              </a:prstGeom>
              <a:noFill/>
            </p:spPr>
            <p:txBody>
              <a:bodyPr wrap="none">
                <a:spAutoFit/>
              </a:bodyPr>
              <a:lstStyle/>
              <a:p>
                <a:pPr>
                  <a:defRPr/>
                </a:pPr>
                <a:r>
                  <a:rPr lang="en-US" sz="1200" dirty="0">
                    <a:solidFill>
                      <a:srgbClr val="FF0000"/>
                    </a:solidFill>
                    <a:latin typeface="+mn-lt"/>
                  </a:rPr>
                  <a:t>8</a:t>
                </a:r>
              </a:p>
            </p:txBody>
          </p:sp>
          <p:sp>
            <p:nvSpPr>
              <p:cNvPr id="188" name="TextBox 187"/>
              <p:cNvSpPr txBox="1"/>
              <p:nvPr/>
            </p:nvSpPr>
            <p:spPr>
              <a:xfrm>
                <a:off x="1752600" y="2819400"/>
                <a:ext cx="263525" cy="276225"/>
              </a:xfrm>
              <a:prstGeom prst="rect">
                <a:avLst/>
              </a:prstGeom>
              <a:noFill/>
            </p:spPr>
            <p:txBody>
              <a:bodyPr wrap="none">
                <a:spAutoFit/>
              </a:bodyPr>
              <a:lstStyle/>
              <a:p>
                <a:pPr>
                  <a:defRPr/>
                </a:pPr>
                <a:r>
                  <a:rPr lang="en-US" sz="1200" dirty="0">
                    <a:solidFill>
                      <a:srgbClr val="FF0000"/>
                    </a:solidFill>
                    <a:latin typeface="+mn-lt"/>
                  </a:rPr>
                  <a:t>9</a:t>
                </a:r>
              </a:p>
            </p:txBody>
          </p:sp>
          <p:sp>
            <p:nvSpPr>
              <p:cNvPr id="189" name="TextBox 188"/>
              <p:cNvSpPr txBox="1"/>
              <p:nvPr/>
            </p:nvSpPr>
            <p:spPr>
              <a:xfrm>
                <a:off x="2555875" y="2924175"/>
                <a:ext cx="341313" cy="276225"/>
              </a:xfrm>
              <a:prstGeom prst="rect">
                <a:avLst/>
              </a:prstGeom>
              <a:noFill/>
            </p:spPr>
            <p:txBody>
              <a:bodyPr wrap="none">
                <a:spAutoFit/>
              </a:bodyPr>
              <a:lstStyle/>
              <a:p>
                <a:pPr>
                  <a:defRPr/>
                </a:pPr>
                <a:r>
                  <a:rPr lang="en-US" sz="1200" dirty="0">
                    <a:solidFill>
                      <a:srgbClr val="FF0000"/>
                    </a:solidFill>
                    <a:latin typeface="+mn-lt"/>
                  </a:rPr>
                  <a:t>10</a:t>
                </a:r>
              </a:p>
            </p:txBody>
          </p:sp>
        </p:grpSp>
        <p:sp>
          <p:nvSpPr>
            <p:cNvPr id="7" name="TextBox 6"/>
            <p:cNvSpPr txBox="1"/>
            <p:nvPr/>
          </p:nvSpPr>
          <p:spPr>
            <a:xfrm>
              <a:off x="659131" y="1691411"/>
              <a:ext cx="1477644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000" dirty="0">
                  <a:latin typeface="+mn-lt"/>
                </a:rPr>
                <a:t>24 &gt; 19</a:t>
              </a:r>
            </a:p>
          </p:txBody>
        </p:sp>
      </p:grpSp>
      <p:grpSp>
        <p:nvGrpSpPr>
          <p:cNvPr id="10" name="Group 9"/>
          <p:cNvGrpSpPr/>
          <p:nvPr/>
        </p:nvGrpSpPr>
        <p:grpSpPr>
          <a:xfrm>
            <a:off x="6858000" y="4143376"/>
            <a:ext cx="3733800" cy="2257425"/>
            <a:chOff x="5334000" y="4143375"/>
            <a:chExt cx="3733800" cy="2257425"/>
          </a:xfrm>
        </p:grpSpPr>
        <p:grpSp>
          <p:nvGrpSpPr>
            <p:cNvPr id="6" name="Group 5"/>
            <p:cNvGrpSpPr/>
            <p:nvPr/>
          </p:nvGrpSpPr>
          <p:grpSpPr>
            <a:xfrm>
              <a:off x="5334000" y="4143375"/>
              <a:ext cx="3733800" cy="1712913"/>
              <a:chOff x="5334000" y="4143375"/>
              <a:chExt cx="3733800" cy="1712913"/>
            </a:xfrm>
          </p:grpSpPr>
          <p:grpSp>
            <p:nvGrpSpPr>
              <p:cNvPr id="33006" name="Group 238"/>
              <p:cNvGrpSpPr>
                <a:grpSpLocks/>
              </p:cNvGrpSpPr>
              <p:nvPr/>
            </p:nvGrpSpPr>
            <p:grpSpPr bwMode="auto">
              <a:xfrm>
                <a:off x="5486400" y="4191000"/>
                <a:ext cx="3352800" cy="1665288"/>
                <a:chOff x="3408" y="3024"/>
                <a:chExt cx="2112" cy="1145"/>
              </a:xfrm>
            </p:grpSpPr>
            <p:sp>
              <p:nvSpPr>
                <p:cNvPr id="23606" name="Oval 147"/>
                <p:cNvSpPr>
                  <a:spLocks noChangeArrowheads="1"/>
                </p:cNvSpPr>
                <p:nvPr/>
              </p:nvSpPr>
              <p:spPr bwMode="auto">
                <a:xfrm>
                  <a:off x="4485" y="3024"/>
                  <a:ext cx="332" cy="224"/>
                </a:xfrm>
                <a:prstGeom prst="ellipse">
                  <a:avLst/>
                </a:prstGeom>
                <a:solidFill>
                  <a:schemeClr val="accent1">
                    <a:lumMod val="60000"/>
                    <a:lumOff val="40000"/>
                  </a:schemeClr>
                </a:solidFill>
                <a:ln w="1270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>
                  <a:lvl1pPr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9pPr>
                </a:lstStyle>
                <a:p>
                  <a:pPr eaLnBrk="1" hangingPunct="1">
                    <a:defRPr/>
                  </a:pPr>
                  <a:endParaRPr lang="en-US"/>
                </a:p>
              </p:txBody>
            </p:sp>
            <p:sp>
              <p:nvSpPr>
                <p:cNvPr id="39007" name="Rectangle 148"/>
                <p:cNvSpPr>
                  <a:spLocks noChangeArrowheads="1"/>
                </p:cNvSpPr>
                <p:nvPr/>
              </p:nvSpPr>
              <p:spPr bwMode="auto">
                <a:xfrm>
                  <a:off x="4588" y="3083"/>
                  <a:ext cx="155" cy="141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>
                  <a:lvl1pPr>
                    <a:lnSpc>
                      <a:spcPct val="90000"/>
                    </a:lnSpc>
                    <a:spcBef>
                      <a:spcPts val="1000"/>
                    </a:spcBef>
                    <a:buFont typeface="Arial" panose="020B0604020202020204" pitchFamily="34" charset="0"/>
                    <a:buChar char="•"/>
                    <a:defRPr sz="28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1pPr>
                  <a:lvl2pPr marL="742950" indent="-285750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24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2pPr>
                  <a:lvl3pPr marL="1143000" indent="-228600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3pPr>
                  <a:lvl4pPr marL="1600200" indent="-228600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4pPr>
                  <a:lvl5pPr marL="2057400" indent="-228600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5pPr>
                  <a:lvl6pPr marL="2514600" indent="-228600" eaLnBrk="0" fontAlgn="base" hangingPunct="0">
                    <a:lnSpc>
                      <a:spcPct val="90000"/>
                    </a:lnSpc>
                    <a:spcBef>
                      <a:spcPts val="5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•"/>
                    <a:defRPr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6pPr>
                  <a:lvl7pPr marL="2971800" indent="-228600" eaLnBrk="0" fontAlgn="base" hangingPunct="0">
                    <a:lnSpc>
                      <a:spcPct val="90000"/>
                    </a:lnSpc>
                    <a:spcBef>
                      <a:spcPts val="5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•"/>
                    <a:defRPr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7pPr>
                  <a:lvl8pPr marL="3429000" indent="-228600" eaLnBrk="0" fontAlgn="base" hangingPunct="0">
                    <a:lnSpc>
                      <a:spcPct val="90000"/>
                    </a:lnSpc>
                    <a:spcBef>
                      <a:spcPts val="5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•"/>
                    <a:defRPr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8pPr>
                  <a:lvl9pPr marL="3886200" indent="-228600" eaLnBrk="0" fontAlgn="base" hangingPunct="0">
                    <a:lnSpc>
                      <a:spcPct val="90000"/>
                    </a:lnSpc>
                    <a:spcBef>
                      <a:spcPts val="5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•"/>
                    <a:defRPr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9pPr>
                </a:lstStyle>
                <a:p>
                  <a:pPr eaLnBrk="1" hangingPunct="1">
                    <a:lnSpc>
                      <a:spcPct val="100000"/>
                    </a:lnSpc>
                    <a:spcBef>
                      <a:spcPct val="0"/>
                    </a:spcBef>
                    <a:buFontTx/>
                    <a:buNone/>
                  </a:pPr>
                  <a:endParaRPr lang="en-US" sz="2400">
                    <a:latin typeface="Tahoma" panose="020B0604030504040204" pitchFamily="34" charset="0"/>
                  </a:endParaRPr>
                </a:p>
              </p:txBody>
            </p:sp>
            <p:sp>
              <p:nvSpPr>
                <p:cNvPr id="39008" name="Rectangle 149"/>
                <p:cNvSpPr>
                  <a:spLocks noChangeArrowheads="1"/>
                </p:cNvSpPr>
                <p:nvPr/>
              </p:nvSpPr>
              <p:spPr bwMode="auto">
                <a:xfrm>
                  <a:off x="4588" y="3085"/>
                  <a:ext cx="128" cy="168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lIns="0" tIns="0" rIns="0" bIns="0">
                  <a:spAutoFit/>
                </a:bodyPr>
                <a:lstStyle>
                  <a:lvl1pPr>
                    <a:lnSpc>
                      <a:spcPct val="90000"/>
                    </a:lnSpc>
                    <a:spcBef>
                      <a:spcPts val="1000"/>
                    </a:spcBef>
                    <a:buFont typeface="Arial" panose="020B0604020202020204" pitchFamily="34" charset="0"/>
                    <a:buChar char="•"/>
                    <a:defRPr sz="28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1pPr>
                  <a:lvl2pPr marL="742950" indent="-285750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24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2pPr>
                  <a:lvl3pPr marL="1143000" indent="-228600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3pPr>
                  <a:lvl4pPr marL="1600200" indent="-228600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4pPr>
                  <a:lvl5pPr marL="2057400" indent="-228600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5pPr>
                  <a:lvl6pPr marL="2514600" indent="-228600" eaLnBrk="0" fontAlgn="base" hangingPunct="0">
                    <a:lnSpc>
                      <a:spcPct val="90000"/>
                    </a:lnSpc>
                    <a:spcBef>
                      <a:spcPts val="5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•"/>
                    <a:defRPr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6pPr>
                  <a:lvl7pPr marL="2971800" indent="-228600" eaLnBrk="0" fontAlgn="base" hangingPunct="0">
                    <a:lnSpc>
                      <a:spcPct val="90000"/>
                    </a:lnSpc>
                    <a:spcBef>
                      <a:spcPts val="5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•"/>
                    <a:defRPr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7pPr>
                  <a:lvl8pPr marL="3429000" indent="-228600" eaLnBrk="0" fontAlgn="base" hangingPunct="0">
                    <a:lnSpc>
                      <a:spcPct val="90000"/>
                    </a:lnSpc>
                    <a:spcBef>
                      <a:spcPts val="5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•"/>
                    <a:defRPr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8pPr>
                  <a:lvl9pPr marL="3886200" indent="-228600" eaLnBrk="0" fontAlgn="base" hangingPunct="0">
                    <a:lnSpc>
                      <a:spcPct val="90000"/>
                    </a:lnSpc>
                    <a:spcBef>
                      <a:spcPts val="5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•"/>
                    <a:defRPr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9pPr>
                </a:lstStyle>
                <a:p>
                  <a:pPr eaLnBrk="1" hangingPunct="1">
                    <a:lnSpc>
                      <a:spcPct val="100000"/>
                    </a:lnSpc>
                    <a:spcBef>
                      <a:spcPct val="0"/>
                    </a:spcBef>
                    <a:buFontTx/>
                    <a:buNone/>
                  </a:pPr>
                  <a:r>
                    <a:rPr lang="en-US" sz="1600">
                      <a:solidFill>
                        <a:srgbClr val="000000"/>
                      </a:solidFill>
                      <a:latin typeface="Times New Roman" panose="02020603050405020304" pitchFamily="18" charset="0"/>
                    </a:rPr>
                    <a:t>24</a:t>
                  </a:r>
                  <a:endParaRPr lang="en-US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23609" name="Oval 150"/>
                <p:cNvSpPr>
                  <a:spLocks noChangeArrowheads="1"/>
                </p:cNvSpPr>
                <p:nvPr/>
              </p:nvSpPr>
              <p:spPr bwMode="auto">
                <a:xfrm>
                  <a:off x="4015" y="3332"/>
                  <a:ext cx="330" cy="223"/>
                </a:xfrm>
                <a:prstGeom prst="ellipse">
                  <a:avLst/>
                </a:prstGeom>
                <a:solidFill>
                  <a:schemeClr val="accent2">
                    <a:lumMod val="60000"/>
                    <a:lumOff val="40000"/>
                  </a:schemeClr>
                </a:solidFill>
                <a:ln w="1270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>
                  <a:lvl1pPr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9pPr>
                </a:lstStyle>
                <a:p>
                  <a:pPr eaLnBrk="1" hangingPunct="1">
                    <a:defRPr/>
                  </a:pPr>
                  <a:endParaRPr lang="en-US"/>
                </a:p>
              </p:txBody>
            </p:sp>
            <p:sp>
              <p:nvSpPr>
                <p:cNvPr id="39010" name="Rectangle 151"/>
                <p:cNvSpPr>
                  <a:spLocks noChangeArrowheads="1"/>
                </p:cNvSpPr>
                <p:nvPr/>
              </p:nvSpPr>
              <p:spPr bwMode="auto">
                <a:xfrm>
                  <a:off x="4118" y="3391"/>
                  <a:ext cx="155" cy="141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>
                  <a:lvl1pPr>
                    <a:lnSpc>
                      <a:spcPct val="90000"/>
                    </a:lnSpc>
                    <a:spcBef>
                      <a:spcPts val="1000"/>
                    </a:spcBef>
                    <a:buFont typeface="Arial" panose="020B0604020202020204" pitchFamily="34" charset="0"/>
                    <a:buChar char="•"/>
                    <a:defRPr sz="28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1pPr>
                  <a:lvl2pPr marL="742950" indent="-285750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24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2pPr>
                  <a:lvl3pPr marL="1143000" indent="-228600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3pPr>
                  <a:lvl4pPr marL="1600200" indent="-228600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4pPr>
                  <a:lvl5pPr marL="2057400" indent="-228600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5pPr>
                  <a:lvl6pPr marL="2514600" indent="-228600" eaLnBrk="0" fontAlgn="base" hangingPunct="0">
                    <a:lnSpc>
                      <a:spcPct val="90000"/>
                    </a:lnSpc>
                    <a:spcBef>
                      <a:spcPts val="5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•"/>
                    <a:defRPr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6pPr>
                  <a:lvl7pPr marL="2971800" indent="-228600" eaLnBrk="0" fontAlgn="base" hangingPunct="0">
                    <a:lnSpc>
                      <a:spcPct val="90000"/>
                    </a:lnSpc>
                    <a:spcBef>
                      <a:spcPts val="5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•"/>
                    <a:defRPr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7pPr>
                  <a:lvl8pPr marL="3429000" indent="-228600" eaLnBrk="0" fontAlgn="base" hangingPunct="0">
                    <a:lnSpc>
                      <a:spcPct val="90000"/>
                    </a:lnSpc>
                    <a:spcBef>
                      <a:spcPts val="5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•"/>
                    <a:defRPr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8pPr>
                  <a:lvl9pPr marL="3886200" indent="-228600" eaLnBrk="0" fontAlgn="base" hangingPunct="0">
                    <a:lnSpc>
                      <a:spcPct val="90000"/>
                    </a:lnSpc>
                    <a:spcBef>
                      <a:spcPts val="5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•"/>
                    <a:defRPr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9pPr>
                </a:lstStyle>
                <a:p>
                  <a:pPr eaLnBrk="1" hangingPunct="1">
                    <a:lnSpc>
                      <a:spcPct val="100000"/>
                    </a:lnSpc>
                    <a:spcBef>
                      <a:spcPct val="0"/>
                    </a:spcBef>
                    <a:buFontTx/>
                    <a:buNone/>
                  </a:pPr>
                  <a:endParaRPr lang="en-US" sz="2400">
                    <a:latin typeface="Tahoma" panose="020B0604030504040204" pitchFamily="34" charset="0"/>
                  </a:endParaRPr>
                </a:p>
              </p:txBody>
            </p:sp>
            <p:sp>
              <p:nvSpPr>
                <p:cNvPr id="39011" name="Rectangle 152"/>
                <p:cNvSpPr>
                  <a:spLocks noChangeArrowheads="1"/>
                </p:cNvSpPr>
                <p:nvPr/>
              </p:nvSpPr>
              <p:spPr bwMode="auto">
                <a:xfrm>
                  <a:off x="4118" y="3391"/>
                  <a:ext cx="64" cy="168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lIns="0" tIns="0" rIns="0" bIns="0">
                  <a:spAutoFit/>
                </a:bodyPr>
                <a:lstStyle>
                  <a:lvl1pPr>
                    <a:lnSpc>
                      <a:spcPct val="90000"/>
                    </a:lnSpc>
                    <a:spcBef>
                      <a:spcPts val="1000"/>
                    </a:spcBef>
                    <a:buFont typeface="Arial" panose="020B0604020202020204" pitchFamily="34" charset="0"/>
                    <a:buChar char="•"/>
                    <a:defRPr sz="28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1pPr>
                  <a:lvl2pPr marL="742950" indent="-285750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24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2pPr>
                  <a:lvl3pPr marL="1143000" indent="-228600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3pPr>
                  <a:lvl4pPr marL="1600200" indent="-228600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4pPr>
                  <a:lvl5pPr marL="2057400" indent="-228600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5pPr>
                  <a:lvl6pPr marL="2514600" indent="-228600" eaLnBrk="0" fontAlgn="base" hangingPunct="0">
                    <a:lnSpc>
                      <a:spcPct val="90000"/>
                    </a:lnSpc>
                    <a:spcBef>
                      <a:spcPts val="5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•"/>
                    <a:defRPr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6pPr>
                  <a:lvl7pPr marL="2971800" indent="-228600" eaLnBrk="0" fontAlgn="base" hangingPunct="0">
                    <a:lnSpc>
                      <a:spcPct val="90000"/>
                    </a:lnSpc>
                    <a:spcBef>
                      <a:spcPts val="5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•"/>
                    <a:defRPr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7pPr>
                  <a:lvl8pPr marL="3429000" indent="-228600" eaLnBrk="0" fontAlgn="base" hangingPunct="0">
                    <a:lnSpc>
                      <a:spcPct val="90000"/>
                    </a:lnSpc>
                    <a:spcBef>
                      <a:spcPts val="5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•"/>
                    <a:defRPr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8pPr>
                  <a:lvl9pPr marL="3886200" indent="-228600" eaLnBrk="0" fontAlgn="base" hangingPunct="0">
                    <a:lnSpc>
                      <a:spcPct val="90000"/>
                    </a:lnSpc>
                    <a:spcBef>
                      <a:spcPts val="5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•"/>
                    <a:defRPr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9pPr>
                </a:lstStyle>
                <a:p>
                  <a:pPr eaLnBrk="1" hangingPunct="1">
                    <a:lnSpc>
                      <a:spcPct val="100000"/>
                    </a:lnSpc>
                    <a:spcBef>
                      <a:spcPct val="0"/>
                    </a:spcBef>
                    <a:buFontTx/>
                    <a:buNone/>
                  </a:pPr>
                  <a:r>
                    <a:rPr lang="en-US" sz="1600">
                      <a:solidFill>
                        <a:srgbClr val="000000"/>
                      </a:solidFill>
                      <a:latin typeface="Times New Roman" panose="02020603050405020304" pitchFamily="18" charset="0"/>
                    </a:rPr>
                    <a:t>7</a:t>
                  </a:r>
                  <a:endParaRPr lang="en-US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23612" name="Oval 153"/>
                <p:cNvSpPr>
                  <a:spLocks noChangeArrowheads="1"/>
                </p:cNvSpPr>
                <p:nvPr/>
              </p:nvSpPr>
              <p:spPr bwMode="auto">
                <a:xfrm>
                  <a:off x="4958" y="3345"/>
                  <a:ext cx="324" cy="224"/>
                </a:xfrm>
                <a:prstGeom prst="ellipse">
                  <a:avLst/>
                </a:prstGeom>
                <a:solidFill>
                  <a:schemeClr val="accent1">
                    <a:lumMod val="60000"/>
                    <a:lumOff val="40000"/>
                  </a:schemeClr>
                </a:solidFill>
                <a:ln w="1270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>
                  <a:lvl1pPr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9pPr>
                </a:lstStyle>
                <a:p>
                  <a:pPr eaLnBrk="1" hangingPunct="1">
                    <a:defRPr/>
                  </a:pPr>
                  <a:endParaRPr lang="en-US"/>
                </a:p>
              </p:txBody>
            </p:sp>
            <p:sp>
              <p:nvSpPr>
                <p:cNvPr id="39013" name="Rectangle 154"/>
                <p:cNvSpPr>
                  <a:spLocks noChangeArrowheads="1"/>
                </p:cNvSpPr>
                <p:nvPr/>
              </p:nvSpPr>
              <p:spPr bwMode="auto">
                <a:xfrm>
                  <a:off x="5060" y="3405"/>
                  <a:ext cx="153" cy="140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>
                  <a:lvl1pPr>
                    <a:lnSpc>
                      <a:spcPct val="90000"/>
                    </a:lnSpc>
                    <a:spcBef>
                      <a:spcPts val="1000"/>
                    </a:spcBef>
                    <a:buFont typeface="Arial" panose="020B0604020202020204" pitchFamily="34" charset="0"/>
                    <a:buChar char="•"/>
                    <a:defRPr sz="28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1pPr>
                  <a:lvl2pPr marL="742950" indent="-285750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24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2pPr>
                  <a:lvl3pPr marL="1143000" indent="-228600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3pPr>
                  <a:lvl4pPr marL="1600200" indent="-228600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4pPr>
                  <a:lvl5pPr marL="2057400" indent="-228600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5pPr>
                  <a:lvl6pPr marL="2514600" indent="-228600" eaLnBrk="0" fontAlgn="base" hangingPunct="0">
                    <a:lnSpc>
                      <a:spcPct val="90000"/>
                    </a:lnSpc>
                    <a:spcBef>
                      <a:spcPts val="5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•"/>
                    <a:defRPr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6pPr>
                  <a:lvl7pPr marL="2971800" indent="-228600" eaLnBrk="0" fontAlgn="base" hangingPunct="0">
                    <a:lnSpc>
                      <a:spcPct val="90000"/>
                    </a:lnSpc>
                    <a:spcBef>
                      <a:spcPts val="5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•"/>
                    <a:defRPr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7pPr>
                  <a:lvl8pPr marL="3429000" indent="-228600" eaLnBrk="0" fontAlgn="base" hangingPunct="0">
                    <a:lnSpc>
                      <a:spcPct val="90000"/>
                    </a:lnSpc>
                    <a:spcBef>
                      <a:spcPts val="5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•"/>
                    <a:defRPr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8pPr>
                  <a:lvl9pPr marL="3886200" indent="-228600" eaLnBrk="0" fontAlgn="base" hangingPunct="0">
                    <a:lnSpc>
                      <a:spcPct val="90000"/>
                    </a:lnSpc>
                    <a:spcBef>
                      <a:spcPts val="5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•"/>
                    <a:defRPr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9pPr>
                </a:lstStyle>
                <a:p>
                  <a:pPr eaLnBrk="1" hangingPunct="1">
                    <a:lnSpc>
                      <a:spcPct val="100000"/>
                    </a:lnSpc>
                    <a:spcBef>
                      <a:spcPct val="0"/>
                    </a:spcBef>
                    <a:buFontTx/>
                    <a:buNone/>
                  </a:pPr>
                  <a:endParaRPr lang="en-US" sz="2400">
                    <a:latin typeface="Tahoma" panose="020B0604030504040204" pitchFamily="34" charset="0"/>
                  </a:endParaRPr>
                </a:p>
              </p:txBody>
            </p:sp>
            <p:sp>
              <p:nvSpPr>
                <p:cNvPr id="39014" name="Rectangle 155"/>
                <p:cNvSpPr>
                  <a:spLocks noChangeArrowheads="1"/>
                </p:cNvSpPr>
                <p:nvPr/>
              </p:nvSpPr>
              <p:spPr bwMode="auto">
                <a:xfrm>
                  <a:off x="5060" y="3407"/>
                  <a:ext cx="128" cy="168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lIns="0" tIns="0" rIns="0" bIns="0">
                  <a:spAutoFit/>
                </a:bodyPr>
                <a:lstStyle>
                  <a:lvl1pPr>
                    <a:lnSpc>
                      <a:spcPct val="90000"/>
                    </a:lnSpc>
                    <a:spcBef>
                      <a:spcPts val="1000"/>
                    </a:spcBef>
                    <a:buFont typeface="Arial" panose="020B0604020202020204" pitchFamily="34" charset="0"/>
                    <a:buChar char="•"/>
                    <a:defRPr sz="28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1pPr>
                  <a:lvl2pPr marL="742950" indent="-285750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24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2pPr>
                  <a:lvl3pPr marL="1143000" indent="-228600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3pPr>
                  <a:lvl4pPr marL="1600200" indent="-228600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4pPr>
                  <a:lvl5pPr marL="2057400" indent="-228600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5pPr>
                  <a:lvl6pPr marL="2514600" indent="-228600" eaLnBrk="0" fontAlgn="base" hangingPunct="0">
                    <a:lnSpc>
                      <a:spcPct val="90000"/>
                    </a:lnSpc>
                    <a:spcBef>
                      <a:spcPts val="5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•"/>
                    <a:defRPr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6pPr>
                  <a:lvl7pPr marL="2971800" indent="-228600" eaLnBrk="0" fontAlgn="base" hangingPunct="0">
                    <a:lnSpc>
                      <a:spcPct val="90000"/>
                    </a:lnSpc>
                    <a:spcBef>
                      <a:spcPts val="5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•"/>
                    <a:defRPr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7pPr>
                  <a:lvl8pPr marL="3429000" indent="-228600" eaLnBrk="0" fontAlgn="base" hangingPunct="0">
                    <a:lnSpc>
                      <a:spcPct val="90000"/>
                    </a:lnSpc>
                    <a:spcBef>
                      <a:spcPts val="5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•"/>
                    <a:defRPr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8pPr>
                  <a:lvl9pPr marL="3886200" indent="-228600" eaLnBrk="0" fontAlgn="base" hangingPunct="0">
                    <a:lnSpc>
                      <a:spcPct val="90000"/>
                    </a:lnSpc>
                    <a:spcBef>
                      <a:spcPts val="5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•"/>
                    <a:defRPr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9pPr>
                </a:lstStyle>
                <a:p>
                  <a:pPr eaLnBrk="1" hangingPunct="1">
                    <a:lnSpc>
                      <a:spcPct val="100000"/>
                    </a:lnSpc>
                    <a:spcBef>
                      <a:spcPct val="0"/>
                    </a:spcBef>
                    <a:buFontTx/>
                    <a:buNone/>
                  </a:pPr>
                  <a:r>
                    <a:rPr lang="en-US" sz="1600" dirty="0">
                      <a:solidFill>
                        <a:srgbClr val="000000"/>
                      </a:solidFill>
                      <a:latin typeface="Times New Roman" panose="02020603050405020304" pitchFamily="18" charset="0"/>
                    </a:rPr>
                    <a:t>19</a:t>
                  </a:r>
                  <a:endParaRPr lang="en-US" dirty="0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23615" name="Oval 156"/>
                <p:cNvSpPr>
                  <a:spLocks noChangeArrowheads="1"/>
                </p:cNvSpPr>
                <p:nvPr/>
              </p:nvSpPr>
              <p:spPr bwMode="auto">
                <a:xfrm>
                  <a:off x="3661" y="3605"/>
                  <a:ext cx="307" cy="226"/>
                </a:xfrm>
                <a:prstGeom prst="ellipse">
                  <a:avLst/>
                </a:prstGeom>
                <a:solidFill>
                  <a:schemeClr val="accent2">
                    <a:lumMod val="60000"/>
                    <a:lumOff val="40000"/>
                  </a:schemeClr>
                </a:solidFill>
                <a:ln w="1270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>
                  <a:lvl1pPr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9pPr>
                </a:lstStyle>
                <a:p>
                  <a:pPr eaLnBrk="1" hangingPunct="1">
                    <a:defRPr/>
                  </a:pPr>
                  <a:endParaRPr lang="en-US"/>
                </a:p>
              </p:txBody>
            </p:sp>
            <p:sp>
              <p:nvSpPr>
                <p:cNvPr id="39016" name="Rectangle 157"/>
                <p:cNvSpPr>
                  <a:spLocks noChangeArrowheads="1"/>
                </p:cNvSpPr>
                <p:nvPr/>
              </p:nvSpPr>
              <p:spPr bwMode="auto">
                <a:xfrm>
                  <a:off x="3760" y="3666"/>
                  <a:ext cx="156" cy="141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>
                  <a:lvl1pPr>
                    <a:lnSpc>
                      <a:spcPct val="90000"/>
                    </a:lnSpc>
                    <a:spcBef>
                      <a:spcPts val="1000"/>
                    </a:spcBef>
                    <a:buFont typeface="Arial" panose="020B0604020202020204" pitchFamily="34" charset="0"/>
                    <a:buChar char="•"/>
                    <a:defRPr sz="28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1pPr>
                  <a:lvl2pPr marL="742950" indent="-285750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24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2pPr>
                  <a:lvl3pPr marL="1143000" indent="-228600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3pPr>
                  <a:lvl4pPr marL="1600200" indent="-228600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4pPr>
                  <a:lvl5pPr marL="2057400" indent="-228600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5pPr>
                  <a:lvl6pPr marL="2514600" indent="-228600" eaLnBrk="0" fontAlgn="base" hangingPunct="0">
                    <a:lnSpc>
                      <a:spcPct val="90000"/>
                    </a:lnSpc>
                    <a:spcBef>
                      <a:spcPts val="5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•"/>
                    <a:defRPr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6pPr>
                  <a:lvl7pPr marL="2971800" indent="-228600" eaLnBrk="0" fontAlgn="base" hangingPunct="0">
                    <a:lnSpc>
                      <a:spcPct val="90000"/>
                    </a:lnSpc>
                    <a:spcBef>
                      <a:spcPts val="5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•"/>
                    <a:defRPr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7pPr>
                  <a:lvl8pPr marL="3429000" indent="-228600" eaLnBrk="0" fontAlgn="base" hangingPunct="0">
                    <a:lnSpc>
                      <a:spcPct val="90000"/>
                    </a:lnSpc>
                    <a:spcBef>
                      <a:spcPts val="5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•"/>
                    <a:defRPr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8pPr>
                  <a:lvl9pPr marL="3886200" indent="-228600" eaLnBrk="0" fontAlgn="base" hangingPunct="0">
                    <a:lnSpc>
                      <a:spcPct val="90000"/>
                    </a:lnSpc>
                    <a:spcBef>
                      <a:spcPts val="5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•"/>
                    <a:defRPr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9pPr>
                </a:lstStyle>
                <a:p>
                  <a:pPr eaLnBrk="1" hangingPunct="1">
                    <a:lnSpc>
                      <a:spcPct val="100000"/>
                    </a:lnSpc>
                    <a:spcBef>
                      <a:spcPct val="0"/>
                    </a:spcBef>
                    <a:buFontTx/>
                    <a:buNone/>
                  </a:pPr>
                  <a:endParaRPr lang="en-US" sz="2400">
                    <a:latin typeface="Tahoma" panose="020B0604030504040204" pitchFamily="34" charset="0"/>
                  </a:endParaRPr>
                </a:p>
              </p:txBody>
            </p:sp>
            <p:sp>
              <p:nvSpPr>
                <p:cNvPr id="39017" name="Rectangle 158"/>
                <p:cNvSpPr>
                  <a:spLocks noChangeArrowheads="1"/>
                </p:cNvSpPr>
                <p:nvPr/>
              </p:nvSpPr>
              <p:spPr bwMode="auto">
                <a:xfrm>
                  <a:off x="3760" y="3666"/>
                  <a:ext cx="128" cy="168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lIns="0" tIns="0" rIns="0" bIns="0">
                  <a:spAutoFit/>
                </a:bodyPr>
                <a:lstStyle>
                  <a:lvl1pPr>
                    <a:lnSpc>
                      <a:spcPct val="90000"/>
                    </a:lnSpc>
                    <a:spcBef>
                      <a:spcPts val="1000"/>
                    </a:spcBef>
                    <a:buFont typeface="Arial" panose="020B0604020202020204" pitchFamily="34" charset="0"/>
                    <a:buChar char="•"/>
                    <a:defRPr sz="28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1pPr>
                  <a:lvl2pPr marL="742950" indent="-285750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24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2pPr>
                  <a:lvl3pPr marL="1143000" indent="-228600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3pPr>
                  <a:lvl4pPr marL="1600200" indent="-228600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4pPr>
                  <a:lvl5pPr marL="2057400" indent="-228600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5pPr>
                  <a:lvl6pPr marL="2514600" indent="-228600" eaLnBrk="0" fontAlgn="base" hangingPunct="0">
                    <a:lnSpc>
                      <a:spcPct val="90000"/>
                    </a:lnSpc>
                    <a:spcBef>
                      <a:spcPts val="5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•"/>
                    <a:defRPr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6pPr>
                  <a:lvl7pPr marL="2971800" indent="-228600" eaLnBrk="0" fontAlgn="base" hangingPunct="0">
                    <a:lnSpc>
                      <a:spcPct val="90000"/>
                    </a:lnSpc>
                    <a:spcBef>
                      <a:spcPts val="5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•"/>
                    <a:defRPr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7pPr>
                  <a:lvl8pPr marL="3429000" indent="-228600" eaLnBrk="0" fontAlgn="base" hangingPunct="0">
                    <a:lnSpc>
                      <a:spcPct val="90000"/>
                    </a:lnSpc>
                    <a:spcBef>
                      <a:spcPts val="5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•"/>
                    <a:defRPr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8pPr>
                  <a:lvl9pPr marL="3886200" indent="-228600" eaLnBrk="0" fontAlgn="base" hangingPunct="0">
                    <a:lnSpc>
                      <a:spcPct val="90000"/>
                    </a:lnSpc>
                    <a:spcBef>
                      <a:spcPts val="5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•"/>
                    <a:defRPr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9pPr>
                </a:lstStyle>
                <a:p>
                  <a:pPr eaLnBrk="1" hangingPunct="1">
                    <a:lnSpc>
                      <a:spcPct val="100000"/>
                    </a:lnSpc>
                    <a:spcBef>
                      <a:spcPct val="0"/>
                    </a:spcBef>
                    <a:buFontTx/>
                    <a:buNone/>
                  </a:pPr>
                  <a:r>
                    <a:rPr lang="en-US" sz="1600" dirty="0">
                      <a:solidFill>
                        <a:srgbClr val="000000"/>
                      </a:solidFill>
                      <a:latin typeface="Times New Roman" panose="02020603050405020304" pitchFamily="18" charset="0"/>
                    </a:rPr>
                    <a:t>21</a:t>
                  </a:r>
                  <a:endParaRPr lang="en-US" dirty="0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23618" name="Oval 159"/>
                <p:cNvSpPr>
                  <a:spLocks noChangeArrowheads="1"/>
                </p:cNvSpPr>
                <p:nvPr/>
              </p:nvSpPr>
              <p:spPr bwMode="auto">
                <a:xfrm>
                  <a:off x="4349" y="3625"/>
                  <a:ext cx="329" cy="224"/>
                </a:xfrm>
                <a:prstGeom prst="ellipse">
                  <a:avLst/>
                </a:prstGeom>
                <a:solidFill>
                  <a:schemeClr val="bg1">
                    <a:lumMod val="95000"/>
                  </a:schemeClr>
                </a:solidFill>
                <a:ln w="1270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>
                  <a:lvl1pPr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9pPr>
                </a:lstStyle>
                <a:p>
                  <a:pPr eaLnBrk="1" hangingPunct="1">
                    <a:defRPr/>
                  </a:pPr>
                  <a:endParaRPr lang="en-US"/>
                </a:p>
              </p:txBody>
            </p:sp>
            <p:sp>
              <p:nvSpPr>
                <p:cNvPr id="39019" name="Rectangle 160"/>
                <p:cNvSpPr>
                  <a:spLocks noChangeArrowheads="1"/>
                </p:cNvSpPr>
                <p:nvPr/>
              </p:nvSpPr>
              <p:spPr bwMode="auto">
                <a:xfrm>
                  <a:off x="4452" y="3684"/>
                  <a:ext cx="155" cy="143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>
                  <a:lvl1pPr>
                    <a:lnSpc>
                      <a:spcPct val="90000"/>
                    </a:lnSpc>
                    <a:spcBef>
                      <a:spcPts val="1000"/>
                    </a:spcBef>
                    <a:buFont typeface="Arial" panose="020B0604020202020204" pitchFamily="34" charset="0"/>
                    <a:buChar char="•"/>
                    <a:defRPr sz="28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1pPr>
                  <a:lvl2pPr marL="742950" indent="-285750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24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2pPr>
                  <a:lvl3pPr marL="1143000" indent="-228600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3pPr>
                  <a:lvl4pPr marL="1600200" indent="-228600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4pPr>
                  <a:lvl5pPr marL="2057400" indent="-228600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5pPr>
                  <a:lvl6pPr marL="2514600" indent="-228600" eaLnBrk="0" fontAlgn="base" hangingPunct="0">
                    <a:lnSpc>
                      <a:spcPct val="90000"/>
                    </a:lnSpc>
                    <a:spcBef>
                      <a:spcPts val="5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•"/>
                    <a:defRPr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6pPr>
                  <a:lvl7pPr marL="2971800" indent="-228600" eaLnBrk="0" fontAlgn="base" hangingPunct="0">
                    <a:lnSpc>
                      <a:spcPct val="90000"/>
                    </a:lnSpc>
                    <a:spcBef>
                      <a:spcPts val="5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•"/>
                    <a:defRPr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7pPr>
                  <a:lvl8pPr marL="3429000" indent="-228600" eaLnBrk="0" fontAlgn="base" hangingPunct="0">
                    <a:lnSpc>
                      <a:spcPct val="90000"/>
                    </a:lnSpc>
                    <a:spcBef>
                      <a:spcPts val="5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•"/>
                    <a:defRPr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8pPr>
                  <a:lvl9pPr marL="3886200" indent="-228600" eaLnBrk="0" fontAlgn="base" hangingPunct="0">
                    <a:lnSpc>
                      <a:spcPct val="90000"/>
                    </a:lnSpc>
                    <a:spcBef>
                      <a:spcPts val="5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•"/>
                    <a:defRPr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9pPr>
                </a:lstStyle>
                <a:p>
                  <a:pPr eaLnBrk="1" hangingPunct="1">
                    <a:lnSpc>
                      <a:spcPct val="100000"/>
                    </a:lnSpc>
                    <a:spcBef>
                      <a:spcPct val="0"/>
                    </a:spcBef>
                    <a:buFontTx/>
                    <a:buNone/>
                  </a:pPr>
                  <a:endParaRPr lang="en-US" sz="2400">
                    <a:latin typeface="Tahoma" panose="020B0604030504040204" pitchFamily="34" charset="0"/>
                  </a:endParaRPr>
                </a:p>
              </p:txBody>
            </p:sp>
            <p:sp>
              <p:nvSpPr>
                <p:cNvPr id="39020" name="Rectangle 161"/>
                <p:cNvSpPr>
                  <a:spLocks noChangeArrowheads="1"/>
                </p:cNvSpPr>
                <p:nvPr/>
              </p:nvSpPr>
              <p:spPr bwMode="auto">
                <a:xfrm>
                  <a:off x="4452" y="3685"/>
                  <a:ext cx="128" cy="169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lIns="0" tIns="0" rIns="0" bIns="0">
                  <a:spAutoFit/>
                </a:bodyPr>
                <a:lstStyle>
                  <a:lvl1pPr>
                    <a:lnSpc>
                      <a:spcPct val="90000"/>
                    </a:lnSpc>
                    <a:spcBef>
                      <a:spcPts val="1000"/>
                    </a:spcBef>
                    <a:buFont typeface="Arial" panose="020B0604020202020204" pitchFamily="34" charset="0"/>
                    <a:buChar char="•"/>
                    <a:defRPr sz="28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1pPr>
                  <a:lvl2pPr marL="742950" indent="-285750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24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2pPr>
                  <a:lvl3pPr marL="1143000" indent="-228600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3pPr>
                  <a:lvl4pPr marL="1600200" indent="-228600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4pPr>
                  <a:lvl5pPr marL="2057400" indent="-228600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5pPr>
                  <a:lvl6pPr marL="2514600" indent="-228600" eaLnBrk="0" fontAlgn="base" hangingPunct="0">
                    <a:lnSpc>
                      <a:spcPct val="90000"/>
                    </a:lnSpc>
                    <a:spcBef>
                      <a:spcPts val="5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•"/>
                    <a:defRPr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6pPr>
                  <a:lvl7pPr marL="2971800" indent="-228600" eaLnBrk="0" fontAlgn="base" hangingPunct="0">
                    <a:lnSpc>
                      <a:spcPct val="90000"/>
                    </a:lnSpc>
                    <a:spcBef>
                      <a:spcPts val="5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•"/>
                    <a:defRPr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7pPr>
                  <a:lvl8pPr marL="3429000" indent="-228600" eaLnBrk="0" fontAlgn="base" hangingPunct="0">
                    <a:lnSpc>
                      <a:spcPct val="90000"/>
                    </a:lnSpc>
                    <a:spcBef>
                      <a:spcPts val="5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•"/>
                    <a:defRPr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8pPr>
                  <a:lvl9pPr marL="3886200" indent="-228600" eaLnBrk="0" fontAlgn="base" hangingPunct="0">
                    <a:lnSpc>
                      <a:spcPct val="90000"/>
                    </a:lnSpc>
                    <a:spcBef>
                      <a:spcPts val="5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•"/>
                    <a:defRPr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9pPr>
                </a:lstStyle>
                <a:p>
                  <a:pPr eaLnBrk="1" hangingPunct="1">
                    <a:lnSpc>
                      <a:spcPct val="100000"/>
                    </a:lnSpc>
                    <a:spcBef>
                      <a:spcPct val="0"/>
                    </a:spcBef>
                    <a:buFontTx/>
                    <a:buNone/>
                  </a:pPr>
                  <a:r>
                    <a:rPr lang="en-US" sz="1600" dirty="0">
                      <a:solidFill>
                        <a:srgbClr val="000000"/>
                      </a:solidFill>
                      <a:latin typeface="Times New Roman" panose="02020603050405020304" pitchFamily="18" charset="0"/>
                    </a:rPr>
                    <a:t>14</a:t>
                  </a:r>
                  <a:endParaRPr lang="en-US" dirty="0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23621" name="Oval 162"/>
                <p:cNvSpPr>
                  <a:spLocks noChangeArrowheads="1"/>
                </p:cNvSpPr>
                <p:nvPr/>
              </p:nvSpPr>
              <p:spPr bwMode="auto">
                <a:xfrm>
                  <a:off x="4731" y="3612"/>
                  <a:ext cx="317" cy="224"/>
                </a:xfrm>
                <a:prstGeom prst="ellipse">
                  <a:avLst/>
                </a:prstGeom>
                <a:solidFill>
                  <a:schemeClr val="accent1">
                    <a:lumMod val="60000"/>
                    <a:lumOff val="40000"/>
                  </a:schemeClr>
                </a:solidFill>
                <a:ln w="1270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>
                  <a:lvl1pPr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9pPr>
                </a:lstStyle>
                <a:p>
                  <a:pPr eaLnBrk="1" hangingPunct="1">
                    <a:defRPr/>
                  </a:pPr>
                  <a:endParaRPr lang="en-US"/>
                </a:p>
              </p:txBody>
            </p:sp>
            <p:sp>
              <p:nvSpPr>
                <p:cNvPr id="39022" name="Rectangle 163"/>
                <p:cNvSpPr>
                  <a:spLocks noChangeArrowheads="1"/>
                </p:cNvSpPr>
                <p:nvPr/>
              </p:nvSpPr>
              <p:spPr bwMode="auto">
                <a:xfrm>
                  <a:off x="4833" y="3671"/>
                  <a:ext cx="153" cy="143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>
                  <a:lvl1pPr>
                    <a:lnSpc>
                      <a:spcPct val="90000"/>
                    </a:lnSpc>
                    <a:spcBef>
                      <a:spcPts val="1000"/>
                    </a:spcBef>
                    <a:buFont typeface="Arial" panose="020B0604020202020204" pitchFamily="34" charset="0"/>
                    <a:buChar char="•"/>
                    <a:defRPr sz="28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1pPr>
                  <a:lvl2pPr marL="742950" indent="-285750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24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2pPr>
                  <a:lvl3pPr marL="1143000" indent="-228600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3pPr>
                  <a:lvl4pPr marL="1600200" indent="-228600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4pPr>
                  <a:lvl5pPr marL="2057400" indent="-228600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5pPr>
                  <a:lvl6pPr marL="2514600" indent="-228600" eaLnBrk="0" fontAlgn="base" hangingPunct="0">
                    <a:lnSpc>
                      <a:spcPct val="90000"/>
                    </a:lnSpc>
                    <a:spcBef>
                      <a:spcPts val="5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•"/>
                    <a:defRPr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6pPr>
                  <a:lvl7pPr marL="2971800" indent="-228600" eaLnBrk="0" fontAlgn="base" hangingPunct="0">
                    <a:lnSpc>
                      <a:spcPct val="90000"/>
                    </a:lnSpc>
                    <a:spcBef>
                      <a:spcPts val="5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•"/>
                    <a:defRPr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7pPr>
                  <a:lvl8pPr marL="3429000" indent="-228600" eaLnBrk="0" fontAlgn="base" hangingPunct="0">
                    <a:lnSpc>
                      <a:spcPct val="90000"/>
                    </a:lnSpc>
                    <a:spcBef>
                      <a:spcPts val="5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•"/>
                    <a:defRPr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8pPr>
                  <a:lvl9pPr marL="3886200" indent="-228600" eaLnBrk="0" fontAlgn="base" hangingPunct="0">
                    <a:lnSpc>
                      <a:spcPct val="90000"/>
                    </a:lnSpc>
                    <a:spcBef>
                      <a:spcPts val="5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•"/>
                    <a:defRPr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9pPr>
                </a:lstStyle>
                <a:p>
                  <a:pPr eaLnBrk="1" hangingPunct="1">
                    <a:lnSpc>
                      <a:spcPct val="100000"/>
                    </a:lnSpc>
                    <a:spcBef>
                      <a:spcPct val="0"/>
                    </a:spcBef>
                    <a:buFontTx/>
                    <a:buNone/>
                  </a:pPr>
                  <a:endParaRPr lang="en-US" sz="2400">
                    <a:latin typeface="Tahoma" panose="020B0604030504040204" pitchFamily="34" charset="0"/>
                  </a:endParaRPr>
                </a:p>
              </p:txBody>
            </p:sp>
            <p:sp>
              <p:nvSpPr>
                <p:cNvPr id="39023" name="Rectangle 164"/>
                <p:cNvSpPr>
                  <a:spLocks noChangeArrowheads="1"/>
                </p:cNvSpPr>
                <p:nvPr/>
              </p:nvSpPr>
              <p:spPr bwMode="auto">
                <a:xfrm>
                  <a:off x="4833" y="3673"/>
                  <a:ext cx="128" cy="169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lIns="0" tIns="0" rIns="0" bIns="0">
                  <a:spAutoFit/>
                </a:bodyPr>
                <a:lstStyle>
                  <a:lvl1pPr>
                    <a:lnSpc>
                      <a:spcPct val="90000"/>
                    </a:lnSpc>
                    <a:spcBef>
                      <a:spcPts val="1000"/>
                    </a:spcBef>
                    <a:buFont typeface="Arial" panose="020B0604020202020204" pitchFamily="34" charset="0"/>
                    <a:buChar char="•"/>
                    <a:defRPr sz="28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1pPr>
                  <a:lvl2pPr marL="742950" indent="-285750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24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2pPr>
                  <a:lvl3pPr marL="1143000" indent="-228600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3pPr>
                  <a:lvl4pPr marL="1600200" indent="-228600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4pPr>
                  <a:lvl5pPr marL="2057400" indent="-228600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5pPr>
                  <a:lvl6pPr marL="2514600" indent="-228600" eaLnBrk="0" fontAlgn="base" hangingPunct="0">
                    <a:lnSpc>
                      <a:spcPct val="90000"/>
                    </a:lnSpc>
                    <a:spcBef>
                      <a:spcPts val="5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•"/>
                    <a:defRPr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6pPr>
                  <a:lvl7pPr marL="2971800" indent="-228600" eaLnBrk="0" fontAlgn="base" hangingPunct="0">
                    <a:lnSpc>
                      <a:spcPct val="90000"/>
                    </a:lnSpc>
                    <a:spcBef>
                      <a:spcPts val="5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•"/>
                    <a:defRPr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7pPr>
                  <a:lvl8pPr marL="3429000" indent="-228600" eaLnBrk="0" fontAlgn="base" hangingPunct="0">
                    <a:lnSpc>
                      <a:spcPct val="90000"/>
                    </a:lnSpc>
                    <a:spcBef>
                      <a:spcPts val="5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•"/>
                    <a:defRPr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8pPr>
                  <a:lvl9pPr marL="3886200" indent="-228600" eaLnBrk="0" fontAlgn="base" hangingPunct="0">
                    <a:lnSpc>
                      <a:spcPct val="90000"/>
                    </a:lnSpc>
                    <a:spcBef>
                      <a:spcPts val="5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•"/>
                    <a:defRPr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9pPr>
                </a:lstStyle>
                <a:p>
                  <a:pPr eaLnBrk="1" hangingPunct="1">
                    <a:lnSpc>
                      <a:spcPct val="100000"/>
                    </a:lnSpc>
                    <a:spcBef>
                      <a:spcPct val="0"/>
                    </a:spcBef>
                    <a:buFontTx/>
                    <a:buNone/>
                  </a:pPr>
                  <a:r>
                    <a:rPr lang="en-US" sz="1600">
                      <a:solidFill>
                        <a:srgbClr val="000000"/>
                      </a:solidFill>
                      <a:latin typeface="Times New Roman" panose="02020603050405020304" pitchFamily="18" charset="0"/>
                    </a:rPr>
                    <a:t>03</a:t>
                  </a:r>
                  <a:endParaRPr lang="en-US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23624" name="Oval 165"/>
                <p:cNvSpPr>
                  <a:spLocks noChangeArrowheads="1"/>
                </p:cNvSpPr>
                <p:nvPr/>
              </p:nvSpPr>
              <p:spPr bwMode="auto">
                <a:xfrm>
                  <a:off x="5196" y="3618"/>
                  <a:ext cx="324" cy="227"/>
                </a:xfrm>
                <a:prstGeom prst="ellipse">
                  <a:avLst/>
                </a:prstGeom>
                <a:solidFill>
                  <a:schemeClr val="accent1">
                    <a:lumMod val="60000"/>
                    <a:lumOff val="40000"/>
                  </a:schemeClr>
                </a:solidFill>
                <a:ln w="1270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>
                  <a:lvl1pPr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9pPr>
                </a:lstStyle>
                <a:p>
                  <a:pPr eaLnBrk="1" hangingPunct="1">
                    <a:defRPr/>
                  </a:pPr>
                  <a:endParaRPr lang="en-US"/>
                </a:p>
              </p:txBody>
            </p:sp>
            <p:sp>
              <p:nvSpPr>
                <p:cNvPr id="39025" name="Rectangle 166"/>
                <p:cNvSpPr>
                  <a:spLocks noChangeArrowheads="1"/>
                </p:cNvSpPr>
                <p:nvPr/>
              </p:nvSpPr>
              <p:spPr bwMode="auto">
                <a:xfrm>
                  <a:off x="5299" y="3680"/>
                  <a:ext cx="154" cy="140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>
                  <a:lvl1pPr>
                    <a:lnSpc>
                      <a:spcPct val="90000"/>
                    </a:lnSpc>
                    <a:spcBef>
                      <a:spcPts val="1000"/>
                    </a:spcBef>
                    <a:buFont typeface="Arial" panose="020B0604020202020204" pitchFamily="34" charset="0"/>
                    <a:buChar char="•"/>
                    <a:defRPr sz="28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1pPr>
                  <a:lvl2pPr marL="742950" indent="-285750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24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2pPr>
                  <a:lvl3pPr marL="1143000" indent="-228600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3pPr>
                  <a:lvl4pPr marL="1600200" indent="-228600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4pPr>
                  <a:lvl5pPr marL="2057400" indent="-228600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5pPr>
                  <a:lvl6pPr marL="2514600" indent="-228600" eaLnBrk="0" fontAlgn="base" hangingPunct="0">
                    <a:lnSpc>
                      <a:spcPct val="90000"/>
                    </a:lnSpc>
                    <a:spcBef>
                      <a:spcPts val="5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•"/>
                    <a:defRPr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6pPr>
                  <a:lvl7pPr marL="2971800" indent="-228600" eaLnBrk="0" fontAlgn="base" hangingPunct="0">
                    <a:lnSpc>
                      <a:spcPct val="90000"/>
                    </a:lnSpc>
                    <a:spcBef>
                      <a:spcPts val="5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•"/>
                    <a:defRPr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7pPr>
                  <a:lvl8pPr marL="3429000" indent="-228600" eaLnBrk="0" fontAlgn="base" hangingPunct="0">
                    <a:lnSpc>
                      <a:spcPct val="90000"/>
                    </a:lnSpc>
                    <a:spcBef>
                      <a:spcPts val="5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•"/>
                    <a:defRPr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8pPr>
                  <a:lvl9pPr marL="3886200" indent="-228600" eaLnBrk="0" fontAlgn="base" hangingPunct="0">
                    <a:lnSpc>
                      <a:spcPct val="90000"/>
                    </a:lnSpc>
                    <a:spcBef>
                      <a:spcPts val="5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•"/>
                    <a:defRPr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9pPr>
                </a:lstStyle>
                <a:p>
                  <a:pPr eaLnBrk="1" hangingPunct="1">
                    <a:lnSpc>
                      <a:spcPct val="100000"/>
                    </a:lnSpc>
                    <a:spcBef>
                      <a:spcPct val="0"/>
                    </a:spcBef>
                    <a:buFontTx/>
                    <a:buNone/>
                  </a:pPr>
                  <a:endParaRPr lang="en-US" sz="2400">
                    <a:latin typeface="Tahoma" panose="020B0604030504040204" pitchFamily="34" charset="0"/>
                  </a:endParaRPr>
                </a:p>
              </p:txBody>
            </p:sp>
            <p:sp>
              <p:nvSpPr>
                <p:cNvPr id="39026" name="Rectangle 167"/>
                <p:cNvSpPr>
                  <a:spLocks noChangeArrowheads="1"/>
                </p:cNvSpPr>
                <p:nvPr/>
              </p:nvSpPr>
              <p:spPr bwMode="auto">
                <a:xfrm>
                  <a:off x="5299" y="3682"/>
                  <a:ext cx="128" cy="168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lIns="0" tIns="0" rIns="0" bIns="0">
                  <a:spAutoFit/>
                </a:bodyPr>
                <a:lstStyle>
                  <a:lvl1pPr>
                    <a:lnSpc>
                      <a:spcPct val="90000"/>
                    </a:lnSpc>
                    <a:spcBef>
                      <a:spcPts val="1000"/>
                    </a:spcBef>
                    <a:buFont typeface="Arial" panose="020B0604020202020204" pitchFamily="34" charset="0"/>
                    <a:buChar char="•"/>
                    <a:defRPr sz="28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1pPr>
                  <a:lvl2pPr marL="742950" indent="-285750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24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2pPr>
                  <a:lvl3pPr marL="1143000" indent="-228600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3pPr>
                  <a:lvl4pPr marL="1600200" indent="-228600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4pPr>
                  <a:lvl5pPr marL="2057400" indent="-228600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5pPr>
                  <a:lvl6pPr marL="2514600" indent="-228600" eaLnBrk="0" fontAlgn="base" hangingPunct="0">
                    <a:lnSpc>
                      <a:spcPct val="90000"/>
                    </a:lnSpc>
                    <a:spcBef>
                      <a:spcPts val="5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•"/>
                    <a:defRPr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6pPr>
                  <a:lvl7pPr marL="2971800" indent="-228600" eaLnBrk="0" fontAlgn="base" hangingPunct="0">
                    <a:lnSpc>
                      <a:spcPct val="90000"/>
                    </a:lnSpc>
                    <a:spcBef>
                      <a:spcPts val="5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•"/>
                    <a:defRPr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7pPr>
                  <a:lvl8pPr marL="3429000" indent="-228600" eaLnBrk="0" fontAlgn="base" hangingPunct="0">
                    <a:lnSpc>
                      <a:spcPct val="90000"/>
                    </a:lnSpc>
                    <a:spcBef>
                      <a:spcPts val="5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•"/>
                    <a:defRPr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8pPr>
                  <a:lvl9pPr marL="3886200" indent="-228600" eaLnBrk="0" fontAlgn="base" hangingPunct="0">
                    <a:lnSpc>
                      <a:spcPct val="90000"/>
                    </a:lnSpc>
                    <a:spcBef>
                      <a:spcPts val="5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•"/>
                    <a:defRPr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9pPr>
                </a:lstStyle>
                <a:p>
                  <a:pPr eaLnBrk="1" hangingPunct="1">
                    <a:lnSpc>
                      <a:spcPct val="100000"/>
                    </a:lnSpc>
                    <a:spcBef>
                      <a:spcPct val="0"/>
                    </a:spcBef>
                    <a:buFontTx/>
                    <a:buNone/>
                  </a:pPr>
                  <a:r>
                    <a:rPr lang="en-US" sz="1600">
                      <a:solidFill>
                        <a:srgbClr val="000000"/>
                      </a:solidFill>
                      <a:latin typeface="Times New Roman" panose="02020603050405020304" pitchFamily="18" charset="0"/>
                    </a:rPr>
                    <a:t>10</a:t>
                  </a:r>
                  <a:endParaRPr lang="en-US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23627" name="Oval 168"/>
                <p:cNvSpPr>
                  <a:spLocks noChangeArrowheads="1"/>
                </p:cNvSpPr>
                <p:nvPr/>
              </p:nvSpPr>
              <p:spPr bwMode="auto">
                <a:xfrm>
                  <a:off x="3899" y="3939"/>
                  <a:ext cx="281" cy="227"/>
                </a:xfrm>
                <a:prstGeom prst="ellipse">
                  <a:avLst/>
                </a:prstGeom>
                <a:solidFill>
                  <a:schemeClr val="accent1">
                    <a:lumMod val="60000"/>
                    <a:lumOff val="40000"/>
                  </a:schemeClr>
                </a:solidFill>
                <a:ln w="1270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>
                  <a:lvl1pPr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9pPr>
                </a:lstStyle>
                <a:p>
                  <a:pPr eaLnBrk="1" hangingPunct="1">
                    <a:defRPr/>
                  </a:pPr>
                  <a:endParaRPr lang="en-US"/>
                </a:p>
              </p:txBody>
            </p:sp>
            <p:sp>
              <p:nvSpPr>
                <p:cNvPr id="39028" name="Rectangle 169"/>
                <p:cNvSpPr>
                  <a:spLocks noChangeArrowheads="1"/>
                </p:cNvSpPr>
                <p:nvPr/>
              </p:nvSpPr>
              <p:spPr bwMode="auto">
                <a:xfrm>
                  <a:off x="3995" y="3994"/>
                  <a:ext cx="133" cy="148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>
                  <a:lvl1pPr>
                    <a:lnSpc>
                      <a:spcPct val="90000"/>
                    </a:lnSpc>
                    <a:spcBef>
                      <a:spcPts val="1000"/>
                    </a:spcBef>
                    <a:buFont typeface="Arial" panose="020B0604020202020204" pitchFamily="34" charset="0"/>
                    <a:buChar char="•"/>
                    <a:defRPr sz="28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1pPr>
                  <a:lvl2pPr marL="742950" indent="-285750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24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2pPr>
                  <a:lvl3pPr marL="1143000" indent="-228600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3pPr>
                  <a:lvl4pPr marL="1600200" indent="-228600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4pPr>
                  <a:lvl5pPr marL="2057400" indent="-228600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5pPr>
                  <a:lvl6pPr marL="2514600" indent="-228600" eaLnBrk="0" fontAlgn="base" hangingPunct="0">
                    <a:lnSpc>
                      <a:spcPct val="90000"/>
                    </a:lnSpc>
                    <a:spcBef>
                      <a:spcPts val="5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•"/>
                    <a:defRPr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6pPr>
                  <a:lvl7pPr marL="2971800" indent="-228600" eaLnBrk="0" fontAlgn="base" hangingPunct="0">
                    <a:lnSpc>
                      <a:spcPct val="90000"/>
                    </a:lnSpc>
                    <a:spcBef>
                      <a:spcPts val="5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•"/>
                    <a:defRPr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7pPr>
                  <a:lvl8pPr marL="3429000" indent="-228600" eaLnBrk="0" fontAlgn="base" hangingPunct="0">
                    <a:lnSpc>
                      <a:spcPct val="90000"/>
                    </a:lnSpc>
                    <a:spcBef>
                      <a:spcPts val="5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•"/>
                    <a:defRPr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8pPr>
                  <a:lvl9pPr marL="3886200" indent="-228600" eaLnBrk="0" fontAlgn="base" hangingPunct="0">
                    <a:lnSpc>
                      <a:spcPct val="90000"/>
                    </a:lnSpc>
                    <a:spcBef>
                      <a:spcPts val="5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•"/>
                    <a:defRPr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9pPr>
                </a:lstStyle>
                <a:p>
                  <a:pPr eaLnBrk="1" hangingPunct="1">
                    <a:lnSpc>
                      <a:spcPct val="100000"/>
                    </a:lnSpc>
                    <a:spcBef>
                      <a:spcPct val="0"/>
                    </a:spcBef>
                    <a:buFontTx/>
                    <a:buNone/>
                  </a:pPr>
                  <a:endParaRPr lang="en-US" sz="2400">
                    <a:latin typeface="Tahoma" panose="020B0604030504040204" pitchFamily="34" charset="0"/>
                  </a:endParaRPr>
                </a:p>
              </p:txBody>
            </p:sp>
            <p:sp>
              <p:nvSpPr>
                <p:cNvPr id="39029" name="Rectangle 170"/>
                <p:cNvSpPr>
                  <a:spLocks noChangeArrowheads="1"/>
                </p:cNvSpPr>
                <p:nvPr/>
              </p:nvSpPr>
              <p:spPr bwMode="auto">
                <a:xfrm>
                  <a:off x="3995" y="3997"/>
                  <a:ext cx="128" cy="168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lIns="0" tIns="0" rIns="0" bIns="0">
                  <a:spAutoFit/>
                </a:bodyPr>
                <a:lstStyle>
                  <a:lvl1pPr>
                    <a:lnSpc>
                      <a:spcPct val="90000"/>
                    </a:lnSpc>
                    <a:spcBef>
                      <a:spcPts val="1000"/>
                    </a:spcBef>
                    <a:buFont typeface="Arial" panose="020B0604020202020204" pitchFamily="34" charset="0"/>
                    <a:buChar char="•"/>
                    <a:defRPr sz="28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1pPr>
                  <a:lvl2pPr marL="742950" indent="-285750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24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2pPr>
                  <a:lvl3pPr marL="1143000" indent="-228600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3pPr>
                  <a:lvl4pPr marL="1600200" indent="-228600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4pPr>
                  <a:lvl5pPr marL="2057400" indent="-228600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5pPr>
                  <a:lvl6pPr marL="2514600" indent="-228600" eaLnBrk="0" fontAlgn="base" hangingPunct="0">
                    <a:lnSpc>
                      <a:spcPct val="90000"/>
                    </a:lnSpc>
                    <a:spcBef>
                      <a:spcPts val="5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•"/>
                    <a:defRPr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6pPr>
                  <a:lvl7pPr marL="2971800" indent="-228600" eaLnBrk="0" fontAlgn="base" hangingPunct="0">
                    <a:lnSpc>
                      <a:spcPct val="90000"/>
                    </a:lnSpc>
                    <a:spcBef>
                      <a:spcPts val="5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•"/>
                    <a:defRPr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7pPr>
                  <a:lvl8pPr marL="3429000" indent="-228600" eaLnBrk="0" fontAlgn="base" hangingPunct="0">
                    <a:lnSpc>
                      <a:spcPct val="90000"/>
                    </a:lnSpc>
                    <a:spcBef>
                      <a:spcPts val="5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•"/>
                    <a:defRPr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8pPr>
                  <a:lvl9pPr marL="3886200" indent="-228600" eaLnBrk="0" fontAlgn="base" hangingPunct="0">
                    <a:lnSpc>
                      <a:spcPct val="90000"/>
                    </a:lnSpc>
                    <a:spcBef>
                      <a:spcPts val="5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•"/>
                    <a:defRPr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9pPr>
                </a:lstStyle>
                <a:p>
                  <a:pPr eaLnBrk="1" hangingPunct="1">
                    <a:lnSpc>
                      <a:spcPct val="100000"/>
                    </a:lnSpc>
                    <a:spcBef>
                      <a:spcPct val="0"/>
                    </a:spcBef>
                    <a:buFontTx/>
                    <a:buNone/>
                  </a:pPr>
                  <a:r>
                    <a:rPr lang="en-US" sz="1600">
                      <a:solidFill>
                        <a:srgbClr val="000000"/>
                      </a:solidFill>
                      <a:latin typeface="Times New Roman" panose="02020603050405020304" pitchFamily="18" charset="0"/>
                    </a:rPr>
                    <a:t>13</a:t>
                  </a:r>
                  <a:endParaRPr lang="en-US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23630" name="Oval 171"/>
                <p:cNvSpPr>
                  <a:spLocks noChangeArrowheads="1"/>
                </p:cNvSpPr>
                <p:nvPr/>
              </p:nvSpPr>
              <p:spPr bwMode="auto">
                <a:xfrm>
                  <a:off x="3408" y="3933"/>
                  <a:ext cx="279" cy="224"/>
                </a:xfrm>
                <a:prstGeom prst="ellipse">
                  <a:avLst/>
                </a:prstGeom>
                <a:solidFill>
                  <a:schemeClr val="accent1">
                    <a:lumMod val="60000"/>
                    <a:lumOff val="40000"/>
                  </a:schemeClr>
                </a:solidFill>
                <a:ln w="1270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>
                  <a:lvl1pPr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9pPr>
                </a:lstStyle>
                <a:p>
                  <a:pPr eaLnBrk="1" hangingPunct="1">
                    <a:defRPr/>
                  </a:pPr>
                  <a:endParaRPr lang="en-US"/>
                </a:p>
              </p:txBody>
            </p:sp>
            <p:sp>
              <p:nvSpPr>
                <p:cNvPr id="39031" name="Rectangle 172"/>
                <p:cNvSpPr>
                  <a:spLocks noChangeArrowheads="1"/>
                </p:cNvSpPr>
                <p:nvPr/>
              </p:nvSpPr>
              <p:spPr bwMode="auto">
                <a:xfrm>
                  <a:off x="3501" y="3992"/>
                  <a:ext cx="100" cy="143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>
                  <a:lvl1pPr>
                    <a:lnSpc>
                      <a:spcPct val="90000"/>
                    </a:lnSpc>
                    <a:spcBef>
                      <a:spcPts val="1000"/>
                    </a:spcBef>
                    <a:buFont typeface="Arial" panose="020B0604020202020204" pitchFamily="34" charset="0"/>
                    <a:buChar char="•"/>
                    <a:defRPr sz="28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1pPr>
                  <a:lvl2pPr marL="742950" indent="-285750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24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2pPr>
                  <a:lvl3pPr marL="1143000" indent="-228600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3pPr>
                  <a:lvl4pPr marL="1600200" indent="-228600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4pPr>
                  <a:lvl5pPr marL="2057400" indent="-228600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5pPr>
                  <a:lvl6pPr marL="2514600" indent="-228600" eaLnBrk="0" fontAlgn="base" hangingPunct="0">
                    <a:lnSpc>
                      <a:spcPct val="90000"/>
                    </a:lnSpc>
                    <a:spcBef>
                      <a:spcPts val="5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•"/>
                    <a:defRPr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6pPr>
                  <a:lvl7pPr marL="2971800" indent="-228600" eaLnBrk="0" fontAlgn="base" hangingPunct="0">
                    <a:lnSpc>
                      <a:spcPct val="90000"/>
                    </a:lnSpc>
                    <a:spcBef>
                      <a:spcPts val="5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•"/>
                    <a:defRPr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7pPr>
                  <a:lvl8pPr marL="3429000" indent="-228600" eaLnBrk="0" fontAlgn="base" hangingPunct="0">
                    <a:lnSpc>
                      <a:spcPct val="90000"/>
                    </a:lnSpc>
                    <a:spcBef>
                      <a:spcPts val="5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•"/>
                    <a:defRPr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8pPr>
                  <a:lvl9pPr marL="3886200" indent="-228600" eaLnBrk="0" fontAlgn="base" hangingPunct="0">
                    <a:lnSpc>
                      <a:spcPct val="90000"/>
                    </a:lnSpc>
                    <a:spcBef>
                      <a:spcPts val="5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•"/>
                    <a:defRPr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9pPr>
                </a:lstStyle>
                <a:p>
                  <a:pPr eaLnBrk="1" hangingPunct="1">
                    <a:lnSpc>
                      <a:spcPct val="100000"/>
                    </a:lnSpc>
                    <a:spcBef>
                      <a:spcPct val="0"/>
                    </a:spcBef>
                    <a:buFontTx/>
                    <a:buNone/>
                  </a:pPr>
                  <a:endParaRPr lang="en-US" sz="2400">
                    <a:latin typeface="Tahoma" panose="020B0604030504040204" pitchFamily="34" charset="0"/>
                  </a:endParaRPr>
                </a:p>
              </p:txBody>
            </p:sp>
            <p:sp>
              <p:nvSpPr>
                <p:cNvPr id="39032" name="Rectangle 173"/>
                <p:cNvSpPr>
                  <a:spLocks noChangeArrowheads="1"/>
                </p:cNvSpPr>
                <p:nvPr/>
              </p:nvSpPr>
              <p:spPr bwMode="auto">
                <a:xfrm>
                  <a:off x="3501" y="3994"/>
                  <a:ext cx="64" cy="168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lIns="0" tIns="0" rIns="0" bIns="0">
                  <a:spAutoFit/>
                </a:bodyPr>
                <a:lstStyle>
                  <a:lvl1pPr>
                    <a:lnSpc>
                      <a:spcPct val="90000"/>
                    </a:lnSpc>
                    <a:spcBef>
                      <a:spcPts val="1000"/>
                    </a:spcBef>
                    <a:buFont typeface="Arial" panose="020B0604020202020204" pitchFamily="34" charset="0"/>
                    <a:buChar char="•"/>
                    <a:defRPr sz="28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1pPr>
                  <a:lvl2pPr marL="742950" indent="-285750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24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2pPr>
                  <a:lvl3pPr marL="1143000" indent="-228600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3pPr>
                  <a:lvl4pPr marL="1600200" indent="-228600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4pPr>
                  <a:lvl5pPr marL="2057400" indent="-228600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5pPr>
                  <a:lvl6pPr marL="2514600" indent="-228600" eaLnBrk="0" fontAlgn="base" hangingPunct="0">
                    <a:lnSpc>
                      <a:spcPct val="90000"/>
                    </a:lnSpc>
                    <a:spcBef>
                      <a:spcPts val="5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•"/>
                    <a:defRPr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6pPr>
                  <a:lvl7pPr marL="2971800" indent="-228600" eaLnBrk="0" fontAlgn="base" hangingPunct="0">
                    <a:lnSpc>
                      <a:spcPct val="90000"/>
                    </a:lnSpc>
                    <a:spcBef>
                      <a:spcPts val="5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•"/>
                    <a:defRPr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7pPr>
                  <a:lvl8pPr marL="3429000" indent="-228600" eaLnBrk="0" fontAlgn="base" hangingPunct="0">
                    <a:lnSpc>
                      <a:spcPct val="90000"/>
                    </a:lnSpc>
                    <a:spcBef>
                      <a:spcPts val="5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•"/>
                    <a:defRPr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8pPr>
                  <a:lvl9pPr marL="3886200" indent="-228600" eaLnBrk="0" fontAlgn="base" hangingPunct="0">
                    <a:lnSpc>
                      <a:spcPct val="90000"/>
                    </a:lnSpc>
                    <a:spcBef>
                      <a:spcPts val="5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•"/>
                    <a:defRPr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9pPr>
                </a:lstStyle>
                <a:p>
                  <a:pPr eaLnBrk="1" hangingPunct="1">
                    <a:lnSpc>
                      <a:spcPct val="100000"/>
                    </a:lnSpc>
                    <a:spcBef>
                      <a:spcPct val="0"/>
                    </a:spcBef>
                    <a:buFontTx/>
                    <a:buNone/>
                  </a:pPr>
                  <a:r>
                    <a:rPr lang="en-US" sz="1600">
                      <a:solidFill>
                        <a:srgbClr val="000000"/>
                      </a:solidFill>
                      <a:latin typeface="Times New Roman" panose="02020603050405020304" pitchFamily="18" charset="0"/>
                    </a:rPr>
                    <a:t>2</a:t>
                  </a:r>
                  <a:endParaRPr lang="en-US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23633" name="Oval 174"/>
                <p:cNvSpPr>
                  <a:spLocks noChangeArrowheads="1"/>
                </p:cNvSpPr>
                <p:nvPr/>
              </p:nvSpPr>
              <p:spPr bwMode="auto">
                <a:xfrm>
                  <a:off x="4226" y="3939"/>
                  <a:ext cx="331" cy="227"/>
                </a:xfrm>
                <a:prstGeom prst="ellipse">
                  <a:avLst/>
                </a:prstGeom>
                <a:solidFill>
                  <a:schemeClr val="accent1">
                    <a:lumMod val="60000"/>
                    <a:lumOff val="40000"/>
                  </a:schemeClr>
                </a:solidFill>
                <a:ln w="1270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>
                  <a:lvl1pPr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9pPr>
                </a:lstStyle>
                <a:p>
                  <a:pPr eaLnBrk="1" hangingPunct="1">
                    <a:defRPr/>
                  </a:pPr>
                  <a:endParaRPr lang="en-US"/>
                </a:p>
              </p:txBody>
            </p:sp>
            <p:sp>
              <p:nvSpPr>
                <p:cNvPr id="39034" name="Rectangle 175"/>
                <p:cNvSpPr>
                  <a:spLocks noChangeArrowheads="1"/>
                </p:cNvSpPr>
                <p:nvPr/>
              </p:nvSpPr>
              <p:spPr bwMode="auto">
                <a:xfrm>
                  <a:off x="4328" y="4001"/>
                  <a:ext cx="155" cy="141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>
                  <a:lvl1pPr>
                    <a:lnSpc>
                      <a:spcPct val="90000"/>
                    </a:lnSpc>
                    <a:spcBef>
                      <a:spcPts val="1000"/>
                    </a:spcBef>
                    <a:buFont typeface="Arial" panose="020B0604020202020204" pitchFamily="34" charset="0"/>
                    <a:buChar char="•"/>
                    <a:defRPr sz="28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1pPr>
                  <a:lvl2pPr marL="742950" indent="-285750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24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2pPr>
                  <a:lvl3pPr marL="1143000" indent="-228600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3pPr>
                  <a:lvl4pPr marL="1600200" indent="-228600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4pPr>
                  <a:lvl5pPr marL="2057400" indent="-228600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5pPr>
                  <a:lvl6pPr marL="2514600" indent="-228600" eaLnBrk="0" fontAlgn="base" hangingPunct="0">
                    <a:lnSpc>
                      <a:spcPct val="90000"/>
                    </a:lnSpc>
                    <a:spcBef>
                      <a:spcPts val="5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•"/>
                    <a:defRPr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6pPr>
                  <a:lvl7pPr marL="2971800" indent="-228600" eaLnBrk="0" fontAlgn="base" hangingPunct="0">
                    <a:lnSpc>
                      <a:spcPct val="90000"/>
                    </a:lnSpc>
                    <a:spcBef>
                      <a:spcPts val="5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•"/>
                    <a:defRPr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7pPr>
                  <a:lvl8pPr marL="3429000" indent="-228600" eaLnBrk="0" fontAlgn="base" hangingPunct="0">
                    <a:lnSpc>
                      <a:spcPct val="90000"/>
                    </a:lnSpc>
                    <a:spcBef>
                      <a:spcPts val="5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•"/>
                    <a:defRPr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8pPr>
                  <a:lvl9pPr marL="3886200" indent="-228600" eaLnBrk="0" fontAlgn="base" hangingPunct="0">
                    <a:lnSpc>
                      <a:spcPct val="90000"/>
                    </a:lnSpc>
                    <a:spcBef>
                      <a:spcPts val="5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•"/>
                    <a:defRPr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9pPr>
                </a:lstStyle>
                <a:p>
                  <a:pPr eaLnBrk="1" hangingPunct="1">
                    <a:lnSpc>
                      <a:spcPct val="100000"/>
                    </a:lnSpc>
                    <a:spcBef>
                      <a:spcPct val="0"/>
                    </a:spcBef>
                    <a:buFontTx/>
                    <a:buNone/>
                  </a:pPr>
                  <a:endParaRPr lang="en-US" sz="2400">
                    <a:latin typeface="Tahoma" panose="020B0604030504040204" pitchFamily="34" charset="0"/>
                  </a:endParaRPr>
                </a:p>
              </p:txBody>
            </p:sp>
            <p:sp>
              <p:nvSpPr>
                <p:cNvPr id="39035" name="Rectangle 176"/>
                <p:cNvSpPr>
                  <a:spLocks noChangeArrowheads="1"/>
                </p:cNvSpPr>
                <p:nvPr/>
              </p:nvSpPr>
              <p:spPr bwMode="auto">
                <a:xfrm>
                  <a:off x="4328" y="4001"/>
                  <a:ext cx="128" cy="168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lIns="0" tIns="0" rIns="0" bIns="0">
                  <a:spAutoFit/>
                </a:bodyPr>
                <a:lstStyle>
                  <a:lvl1pPr>
                    <a:lnSpc>
                      <a:spcPct val="90000"/>
                    </a:lnSpc>
                    <a:spcBef>
                      <a:spcPts val="1000"/>
                    </a:spcBef>
                    <a:buFont typeface="Arial" panose="020B0604020202020204" pitchFamily="34" charset="0"/>
                    <a:buChar char="•"/>
                    <a:defRPr sz="28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1pPr>
                  <a:lvl2pPr marL="742950" indent="-285750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24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2pPr>
                  <a:lvl3pPr marL="1143000" indent="-228600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3pPr>
                  <a:lvl4pPr marL="1600200" indent="-228600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4pPr>
                  <a:lvl5pPr marL="2057400" indent="-228600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5pPr>
                  <a:lvl6pPr marL="2514600" indent="-228600" eaLnBrk="0" fontAlgn="base" hangingPunct="0">
                    <a:lnSpc>
                      <a:spcPct val="90000"/>
                    </a:lnSpc>
                    <a:spcBef>
                      <a:spcPts val="5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•"/>
                    <a:defRPr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6pPr>
                  <a:lvl7pPr marL="2971800" indent="-228600" eaLnBrk="0" fontAlgn="base" hangingPunct="0">
                    <a:lnSpc>
                      <a:spcPct val="90000"/>
                    </a:lnSpc>
                    <a:spcBef>
                      <a:spcPts val="5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•"/>
                    <a:defRPr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7pPr>
                  <a:lvl8pPr marL="3429000" indent="-228600" eaLnBrk="0" fontAlgn="base" hangingPunct="0">
                    <a:lnSpc>
                      <a:spcPct val="90000"/>
                    </a:lnSpc>
                    <a:spcBef>
                      <a:spcPts val="5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•"/>
                    <a:defRPr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8pPr>
                  <a:lvl9pPr marL="3886200" indent="-228600" eaLnBrk="0" fontAlgn="base" hangingPunct="0">
                    <a:lnSpc>
                      <a:spcPct val="90000"/>
                    </a:lnSpc>
                    <a:spcBef>
                      <a:spcPts val="5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•"/>
                    <a:defRPr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9pPr>
                </a:lstStyle>
                <a:p>
                  <a:pPr eaLnBrk="1" hangingPunct="1">
                    <a:lnSpc>
                      <a:spcPct val="100000"/>
                    </a:lnSpc>
                    <a:spcBef>
                      <a:spcPct val="0"/>
                    </a:spcBef>
                    <a:buFontTx/>
                    <a:buNone/>
                  </a:pPr>
                  <a:r>
                    <a:rPr lang="en-US" sz="1600">
                      <a:solidFill>
                        <a:srgbClr val="000000"/>
                      </a:solidFill>
                      <a:latin typeface="Times New Roman" panose="02020603050405020304" pitchFamily="18" charset="0"/>
                    </a:rPr>
                    <a:t>11</a:t>
                  </a:r>
                  <a:endParaRPr lang="en-US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39036" name="Line 177"/>
                <p:cNvSpPr>
                  <a:spLocks noChangeShapeType="1"/>
                </p:cNvSpPr>
                <p:nvPr/>
              </p:nvSpPr>
              <p:spPr bwMode="auto">
                <a:xfrm flipH="1">
                  <a:off x="4272" y="3168"/>
                  <a:ext cx="246" cy="167"/>
                </a:xfrm>
                <a:prstGeom prst="line">
                  <a:avLst/>
                </a:prstGeom>
                <a:noFill/>
                <a:ln w="1270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9037" name="Line 178"/>
                <p:cNvSpPr>
                  <a:spLocks noChangeShapeType="1"/>
                </p:cNvSpPr>
                <p:nvPr/>
              </p:nvSpPr>
              <p:spPr bwMode="auto">
                <a:xfrm>
                  <a:off x="4740" y="3198"/>
                  <a:ext cx="244" cy="171"/>
                </a:xfrm>
                <a:prstGeom prst="line">
                  <a:avLst/>
                </a:prstGeom>
                <a:noFill/>
                <a:ln w="1270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9038" name="Line 179"/>
                <p:cNvSpPr>
                  <a:spLocks noChangeShapeType="1"/>
                </p:cNvSpPr>
                <p:nvPr/>
              </p:nvSpPr>
              <p:spPr bwMode="auto">
                <a:xfrm flipH="1">
                  <a:off x="3892" y="3497"/>
                  <a:ext cx="150" cy="134"/>
                </a:xfrm>
                <a:prstGeom prst="line">
                  <a:avLst/>
                </a:prstGeom>
                <a:noFill/>
                <a:ln w="1270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9039" name="Line 180"/>
                <p:cNvSpPr>
                  <a:spLocks noChangeShapeType="1"/>
                </p:cNvSpPr>
                <p:nvPr/>
              </p:nvSpPr>
              <p:spPr bwMode="auto">
                <a:xfrm>
                  <a:off x="4268" y="3506"/>
                  <a:ext cx="136" cy="139"/>
                </a:xfrm>
                <a:prstGeom prst="line">
                  <a:avLst/>
                </a:prstGeom>
                <a:noFill/>
                <a:ln w="1270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9040" name="Line 181"/>
                <p:cNvSpPr>
                  <a:spLocks noChangeShapeType="1"/>
                </p:cNvSpPr>
                <p:nvPr/>
              </p:nvSpPr>
              <p:spPr bwMode="auto">
                <a:xfrm flipH="1">
                  <a:off x="4920" y="3545"/>
                  <a:ext cx="88" cy="73"/>
                </a:xfrm>
                <a:prstGeom prst="line">
                  <a:avLst/>
                </a:prstGeom>
                <a:noFill/>
                <a:ln w="1270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9041" name="Line 182"/>
                <p:cNvSpPr>
                  <a:spLocks noChangeShapeType="1"/>
                </p:cNvSpPr>
                <p:nvPr/>
              </p:nvSpPr>
              <p:spPr bwMode="auto">
                <a:xfrm>
                  <a:off x="5175" y="3552"/>
                  <a:ext cx="78" cy="79"/>
                </a:xfrm>
                <a:prstGeom prst="line">
                  <a:avLst/>
                </a:prstGeom>
                <a:noFill/>
                <a:ln w="1270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9042" name="Line 183"/>
                <p:cNvSpPr>
                  <a:spLocks noChangeShapeType="1"/>
                </p:cNvSpPr>
                <p:nvPr/>
              </p:nvSpPr>
              <p:spPr bwMode="auto">
                <a:xfrm flipH="1">
                  <a:off x="3548" y="3785"/>
                  <a:ext cx="132" cy="145"/>
                </a:xfrm>
                <a:prstGeom prst="line">
                  <a:avLst/>
                </a:prstGeom>
                <a:noFill/>
                <a:ln w="1270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9043" name="Line 184"/>
                <p:cNvSpPr>
                  <a:spLocks noChangeShapeType="1"/>
                </p:cNvSpPr>
                <p:nvPr/>
              </p:nvSpPr>
              <p:spPr bwMode="auto">
                <a:xfrm>
                  <a:off x="3885" y="3801"/>
                  <a:ext cx="92" cy="143"/>
                </a:xfrm>
                <a:prstGeom prst="line">
                  <a:avLst/>
                </a:prstGeom>
                <a:noFill/>
                <a:ln w="1270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9044" name="Line 185"/>
                <p:cNvSpPr>
                  <a:spLocks noChangeShapeType="1"/>
                </p:cNvSpPr>
                <p:nvPr/>
              </p:nvSpPr>
              <p:spPr bwMode="auto">
                <a:xfrm flipH="1">
                  <a:off x="4375" y="3831"/>
                  <a:ext cx="37" cy="108"/>
                </a:xfrm>
                <a:prstGeom prst="line">
                  <a:avLst/>
                </a:prstGeom>
                <a:noFill/>
                <a:ln w="1270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grpSp>
              <p:nvGrpSpPr>
                <p:cNvPr id="39045" name="Group 187"/>
                <p:cNvGrpSpPr>
                  <a:grpSpLocks/>
                </p:cNvGrpSpPr>
                <p:nvPr/>
              </p:nvGrpSpPr>
              <p:grpSpPr bwMode="auto">
                <a:xfrm>
                  <a:off x="3936" y="3552"/>
                  <a:ext cx="187" cy="167"/>
                  <a:chOff x="1276" y="748"/>
                  <a:chExt cx="220" cy="193"/>
                </a:xfrm>
              </p:grpSpPr>
              <p:sp>
                <p:nvSpPr>
                  <p:cNvPr id="39046" name="Line 188"/>
                  <p:cNvSpPr>
                    <a:spLocks noChangeShapeType="1"/>
                  </p:cNvSpPr>
                  <p:nvPr/>
                </p:nvSpPr>
                <p:spPr bwMode="auto">
                  <a:xfrm flipV="1">
                    <a:off x="1350" y="814"/>
                    <a:ext cx="72" cy="61"/>
                  </a:xfrm>
                  <a:prstGeom prst="line">
                    <a:avLst/>
                  </a:prstGeom>
                  <a:noFill/>
                  <a:ln w="17463">
                    <a:solidFill>
                      <a:srgbClr val="00000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en-US"/>
                  </a:p>
                </p:txBody>
              </p:sp>
              <p:sp>
                <p:nvSpPr>
                  <p:cNvPr id="39047" name="Freeform 189"/>
                  <p:cNvSpPr>
                    <a:spLocks/>
                  </p:cNvSpPr>
                  <p:nvPr/>
                </p:nvSpPr>
                <p:spPr bwMode="auto">
                  <a:xfrm>
                    <a:off x="1276" y="828"/>
                    <a:ext cx="116" cy="113"/>
                  </a:xfrm>
                  <a:custGeom>
                    <a:avLst/>
                    <a:gdLst>
                      <a:gd name="T0" fmla="*/ 44 w 116"/>
                      <a:gd name="T1" fmla="*/ 0 h 113"/>
                      <a:gd name="T2" fmla="*/ 0 w 116"/>
                      <a:gd name="T3" fmla="*/ 113 h 113"/>
                      <a:gd name="T4" fmla="*/ 116 w 116"/>
                      <a:gd name="T5" fmla="*/ 80 h 113"/>
                      <a:gd name="T6" fmla="*/ 44 w 116"/>
                      <a:gd name="T7" fmla="*/ 0 h 113"/>
                      <a:gd name="T8" fmla="*/ 0 60000 65536"/>
                      <a:gd name="T9" fmla="*/ 0 60000 65536"/>
                      <a:gd name="T10" fmla="*/ 0 60000 65536"/>
                      <a:gd name="T11" fmla="*/ 0 60000 65536"/>
                    </a:gdLst>
                    <a:ahLst/>
                    <a:cxnLst>
                      <a:cxn ang="T8">
                        <a:pos x="T0" y="T1"/>
                      </a:cxn>
                      <a:cxn ang="T9">
                        <a:pos x="T2" y="T3"/>
                      </a:cxn>
                      <a:cxn ang="T10">
                        <a:pos x="T4" y="T5"/>
                      </a:cxn>
                      <a:cxn ang="T11">
                        <a:pos x="T6" y="T7"/>
                      </a:cxn>
                    </a:cxnLst>
                    <a:rect l="0" t="0" r="r" b="b"/>
                    <a:pathLst>
                      <a:path w="116" h="113">
                        <a:moveTo>
                          <a:pt x="44" y="0"/>
                        </a:moveTo>
                        <a:lnTo>
                          <a:pt x="0" y="113"/>
                        </a:lnTo>
                        <a:lnTo>
                          <a:pt x="116" y="80"/>
                        </a:lnTo>
                        <a:lnTo>
                          <a:pt x="44" y="0"/>
                        </a:lnTo>
                        <a:close/>
                      </a:path>
                    </a:pathLst>
                  </a:custGeom>
                  <a:solidFill>
                    <a:srgbClr val="00000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en-US"/>
                  </a:p>
                </p:txBody>
              </p:sp>
              <p:sp>
                <p:nvSpPr>
                  <p:cNvPr id="39048" name="Freeform 190"/>
                  <p:cNvSpPr>
                    <a:spLocks/>
                  </p:cNvSpPr>
                  <p:nvPr/>
                </p:nvSpPr>
                <p:spPr bwMode="auto">
                  <a:xfrm>
                    <a:off x="1381" y="748"/>
                    <a:ext cx="115" cy="113"/>
                  </a:xfrm>
                  <a:custGeom>
                    <a:avLst/>
                    <a:gdLst>
                      <a:gd name="T0" fmla="*/ 71 w 115"/>
                      <a:gd name="T1" fmla="*/ 113 h 113"/>
                      <a:gd name="T2" fmla="*/ 115 w 115"/>
                      <a:gd name="T3" fmla="*/ 0 h 113"/>
                      <a:gd name="T4" fmla="*/ 0 w 115"/>
                      <a:gd name="T5" fmla="*/ 33 h 113"/>
                      <a:gd name="T6" fmla="*/ 71 w 115"/>
                      <a:gd name="T7" fmla="*/ 113 h 113"/>
                      <a:gd name="T8" fmla="*/ 0 60000 65536"/>
                      <a:gd name="T9" fmla="*/ 0 60000 65536"/>
                      <a:gd name="T10" fmla="*/ 0 60000 65536"/>
                      <a:gd name="T11" fmla="*/ 0 60000 65536"/>
                    </a:gdLst>
                    <a:ahLst/>
                    <a:cxnLst>
                      <a:cxn ang="T8">
                        <a:pos x="T0" y="T1"/>
                      </a:cxn>
                      <a:cxn ang="T9">
                        <a:pos x="T2" y="T3"/>
                      </a:cxn>
                      <a:cxn ang="T10">
                        <a:pos x="T4" y="T5"/>
                      </a:cxn>
                      <a:cxn ang="T11">
                        <a:pos x="T6" y="T7"/>
                      </a:cxn>
                    </a:cxnLst>
                    <a:rect l="0" t="0" r="r" b="b"/>
                    <a:pathLst>
                      <a:path w="115" h="113">
                        <a:moveTo>
                          <a:pt x="71" y="113"/>
                        </a:moveTo>
                        <a:lnTo>
                          <a:pt x="115" y="0"/>
                        </a:lnTo>
                        <a:lnTo>
                          <a:pt x="0" y="33"/>
                        </a:lnTo>
                        <a:lnTo>
                          <a:pt x="71" y="113"/>
                        </a:lnTo>
                        <a:close/>
                      </a:path>
                    </a:pathLst>
                  </a:custGeom>
                  <a:solidFill>
                    <a:srgbClr val="00000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en-US"/>
                  </a:p>
                </p:txBody>
              </p:sp>
            </p:grpSp>
          </p:grpSp>
          <p:sp>
            <p:nvSpPr>
              <p:cNvPr id="192" name="TextBox 191"/>
              <p:cNvSpPr txBox="1"/>
              <p:nvPr/>
            </p:nvSpPr>
            <p:spPr>
              <a:xfrm>
                <a:off x="7737475" y="4143375"/>
                <a:ext cx="263525" cy="276225"/>
              </a:xfrm>
              <a:prstGeom prst="rect">
                <a:avLst/>
              </a:prstGeom>
              <a:noFill/>
            </p:spPr>
            <p:txBody>
              <a:bodyPr wrap="none">
                <a:spAutoFit/>
              </a:bodyPr>
              <a:lstStyle/>
              <a:p>
                <a:pPr>
                  <a:defRPr/>
                </a:pPr>
                <a:r>
                  <a:rPr lang="en-US" sz="1200" dirty="0">
                    <a:solidFill>
                      <a:srgbClr val="FF0000"/>
                    </a:solidFill>
                    <a:latin typeface="+mn-lt"/>
                  </a:rPr>
                  <a:t>1</a:t>
                </a:r>
              </a:p>
            </p:txBody>
          </p:sp>
          <p:sp>
            <p:nvSpPr>
              <p:cNvPr id="195" name="TextBox 194"/>
              <p:cNvSpPr txBox="1"/>
              <p:nvPr/>
            </p:nvSpPr>
            <p:spPr>
              <a:xfrm>
                <a:off x="8499475" y="4524375"/>
                <a:ext cx="263525" cy="276225"/>
              </a:xfrm>
              <a:prstGeom prst="rect">
                <a:avLst/>
              </a:prstGeom>
              <a:noFill/>
            </p:spPr>
            <p:txBody>
              <a:bodyPr wrap="none">
                <a:spAutoFit/>
              </a:bodyPr>
              <a:lstStyle/>
              <a:p>
                <a:pPr>
                  <a:defRPr/>
                </a:pPr>
                <a:r>
                  <a:rPr lang="en-US" sz="1200" dirty="0">
                    <a:solidFill>
                      <a:srgbClr val="FF0000"/>
                    </a:solidFill>
                    <a:latin typeface="+mn-lt"/>
                  </a:rPr>
                  <a:t>3</a:t>
                </a:r>
              </a:p>
            </p:txBody>
          </p:sp>
          <p:sp>
            <p:nvSpPr>
              <p:cNvPr id="198" name="TextBox 197"/>
              <p:cNvSpPr txBox="1"/>
              <p:nvPr/>
            </p:nvSpPr>
            <p:spPr>
              <a:xfrm>
                <a:off x="6365875" y="4371975"/>
                <a:ext cx="263525" cy="276225"/>
              </a:xfrm>
              <a:prstGeom prst="rect">
                <a:avLst/>
              </a:prstGeom>
              <a:noFill/>
            </p:spPr>
            <p:txBody>
              <a:bodyPr wrap="none">
                <a:spAutoFit/>
              </a:bodyPr>
              <a:lstStyle/>
              <a:p>
                <a:pPr>
                  <a:defRPr/>
                </a:pPr>
                <a:r>
                  <a:rPr lang="en-US" sz="1200" dirty="0">
                    <a:solidFill>
                      <a:srgbClr val="FF0000"/>
                    </a:solidFill>
                    <a:latin typeface="+mn-lt"/>
                  </a:rPr>
                  <a:t>2</a:t>
                </a:r>
              </a:p>
            </p:txBody>
          </p:sp>
          <p:sp>
            <p:nvSpPr>
              <p:cNvPr id="207" name="TextBox 206"/>
              <p:cNvSpPr txBox="1"/>
              <p:nvPr/>
            </p:nvSpPr>
            <p:spPr>
              <a:xfrm>
                <a:off x="7086600" y="4800600"/>
                <a:ext cx="263525" cy="276225"/>
              </a:xfrm>
              <a:prstGeom prst="rect">
                <a:avLst/>
              </a:prstGeom>
              <a:noFill/>
            </p:spPr>
            <p:txBody>
              <a:bodyPr wrap="none">
                <a:spAutoFit/>
              </a:bodyPr>
              <a:lstStyle/>
              <a:p>
                <a:pPr>
                  <a:defRPr/>
                </a:pPr>
                <a:r>
                  <a:rPr lang="en-US" sz="1200" dirty="0">
                    <a:solidFill>
                      <a:srgbClr val="FF0000"/>
                    </a:solidFill>
                    <a:latin typeface="+mn-lt"/>
                  </a:rPr>
                  <a:t>5</a:t>
                </a:r>
              </a:p>
            </p:txBody>
          </p:sp>
          <p:sp>
            <p:nvSpPr>
              <p:cNvPr id="209" name="TextBox 208"/>
              <p:cNvSpPr txBox="1"/>
              <p:nvPr/>
            </p:nvSpPr>
            <p:spPr>
              <a:xfrm>
                <a:off x="8804275" y="4876800"/>
                <a:ext cx="263525" cy="276225"/>
              </a:xfrm>
              <a:prstGeom prst="rect">
                <a:avLst/>
              </a:prstGeom>
              <a:noFill/>
            </p:spPr>
            <p:txBody>
              <a:bodyPr wrap="none">
                <a:spAutoFit/>
              </a:bodyPr>
              <a:lstStyle/>
              <a:p>
                <a:pPr>
                  <a:defRPr/>
                </a:pPr>
                <a:r>
                  <a:rPr lang="en-US" sz="1200" dirty="0">
                    <a:solidFill>
                      <a:srgbClr val="FF0000"/>
                    </a:solidFill>
                    <a:latin typeface="+mn-lt"/>
                  </a:rPr>
                  <a:t>7</a:t>
                </a:r>
              </a:p>
            </p:txBody>
          </p:sp>
          <p:sp>
            <p:nvSpPr>
              <p:cNvPr id="212" name="TextBox 211"/>
              <p:cNvSpPr txBox="1"/>
              <p:nvPr/>
            </p:nvSpPr>
            <p:spPr>
              <a:xfrm>
                <a:off x="5832475" y="4800600"/>
                <a:ext cx="263525" cy="276225"/>
              </a:xfrm>
              <a:prstGeom prst="rect">
                <a:avLst/>
              </a:prstGeom>
              <a:noFill/>
            </p:spPr>
            <p:txBody>
              <a:bodyPr wrap="none">
                <a:spAutoFit/>
              </a:bodyPr>
              <a:lstStyle/>
              <a:p>
                <a:pPr>
                  <a:defRPr/>
                </a:pPr>
                <a:r>
                  <a:rPr lang="en-US" sz="1200" dirty="0">
                    <a:solidFill>
                      <a:srgbClr val="FF0000"/>
                    </a:solidFill>
                    <a:latin typeface="+mn-lt"/>
                  </a:rPr>
                  <a:t>4</a:t>
                </a:r>
              </a:p>
            </p:txBody>
          </p:sp>
          <p:sp>
            <p:nvSpPr>
              <p:cNvPr id="213" name="TextBox 212"/>
              <p:cNvSpPr txBox="1"/>
              <p:nvPr/>
            </p:nvSpPr>
            <p:spPr>
              <a:xfrm>
                <a:off x="5334000" y="5286375"/>
                <a:ext cx="263525" cy="276225"/>
              </a:xfrm>
              <a:prstGeom prst="rect">
                <a:avLst/>
              </a:prstGeom>
              <a:noFill/>
            </p:spPr>
            <p:txBody>
              <a:bodyPr wrap="none">
                <a:spAutoFit/>
              </a:bodyPr>
              <a:lstStyle/>
              <a:p>
                <a:pPr>
                  <a:defRPr/>
                </a:pPr>
                <a:r>
                  <a:rPr lang="en-US" sz="1200" dirty="0">
                    <a:solidFill>
                      <a:srgbClr val="FF0000"/>
                    </a:solidFill>
                    <a:latin typeface="+mn-lt"/>
                  </a:rPr>
                  <a:t>8</a:t>
                </a:r>
              </a:p>
            </p:txBody>
          </p:sp>
          <p:sp>
            <p:nvSpPr>
              <p:cNvPr id="215" name="TextBox 214"/>
              <p:cNvSpPr txBox="1"/>
              <p:nvPr/>
            </p:nvSpPr>
            <p:spPr>
              <a:xfrm>
                <a:off x="6019800" y="5438775"/>
                <a:ext cx="263525" cy="276225"/>
              </a:xfrm>
              <a:prstGeom prst="rect">
                <a:avLst/>
              </a:prstGeom>
              <a:noFill/>
            </p:spPr>
            <p:txBody>
              <a:bodyPr wrap="none">
                <a:spAutoFit/>
              </a:bodyPr>
              <a:lstStyle/>
              <a:p>
                <a:pPr>
                  <a:defRPr/>
                </a:pPr>
                <a:r>
                  <a:rPr lang="en-US" sz="1200" dirty="0">
                    <a:solidFill>
                      <a:srgbClr val="FF0000"/>
                    </a:solidFill>
                    <a:latin typeface="+mn-lt"/>
                  </a:rPr>
                  <a:t>9</a:t>
                </a:r>
              </a:p>
            </p:txBody>
          </p:sp>
          <p:sp>
            <p:nvSpPr>
              <p:cNvPr id="217" name="TextBox 216"/>
              <p:cNvSpPr txBox="1"/>
              <p:nvPr/>
            </p:nvSpPr>
            <p:spPr>
              <a:xfrm>
                <a:off x="7508875" y="4800600"/>
                <a:ext cx="263525" cy="276225"/>
              </a:xfrm>
              <a:prstGeom prst="rect">
                <a:avLst/>
              </a:prstGeom>
              <a:noFill/>
            </p:spPr>
            <p:txBody>
              <a:bodyPr wrap="none">
                <a:spAutoFit/>
              </a:bodyPr>
              <a:lstStyle/>
              <a:p>
                <a:pPr>
                  <a:defRPr/>
                </a:pPr>
                <a:r>
                  <a:rPr lang="en-US" sz="1200" dirty="0">
                    <a:solidFill>
                      <a:srgbClr val="FF0000"/>
                    </a:solidFill>
                    <a:latin typeface="+mn-lt"/>
                  </a:rPr>
                  <a:t>6</a:t>
                </a:r>
              </a:p>
            </p:txBody>
          </p:sp>
          <p:sp>
            <p:nvSpPr>
              <p:cNvPr id="218" name="TextBox 217"/>
              <p:cNvSpPr txBox="1"/>
              <p:nvPr/>
            </p:nvSpPr>
            <p:spPr>
              <a:xfrm>
                <a:off x="7202488" y="5514975"/>
                <a:ext cx="341312" cy="276225"/>
              </a:xfrm>
              <a:prstGeom prst="rect">
                <a:avLst/>
              </a:prstGeom>
              <a:noFill/>
            </p:spPr>
            <p:txBody>
              <a:bodyPr wrap="none">
                <a:spAutoFit/>
              </a:bodyPr>
              <a:lstStyle/>
              <a:p>
                <a:pPr>
                  <a:defRPr/>
                </a:pPr>
                <a:r>
                  <a:rPr lang="en-US" sz="1200" dirty="0">
                    <a:solidFill>
                      <a:srgbClr val="FF0000"/>
                    </a:solidFill>
                    <a:latin typeface="+mn-lt"/>
                  </a:rPr>
                  <a:t>10</a:t>
                </a:r>
              </a:p>
            </p:txBody>
          </p:sp>
        </p:grpSp>
        <p:sp>
          <p:nvSpPr>
            <p:cNvPr id="226" name="TextBox 225"/>
            <p:cNvSpPr txBox="1"/>
            <p:nvPr/>
          </p:nvSpPr>
          <p:spPr>
            <a:xfrm>
              <a:off x="7437756" y="6000690"/>
              <a:ext cx="1477644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000" dirty="0">
                  <a:latin typeface="+mn-lt"/>
                </a:rPr>
                <a:t>21 &gt; 14</a:t>
              </a:r>
            </a:p>
          </p:txBody>
        </p:sp>
      </p:grp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8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0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0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2859" grpId="0" animBg="1"/>
      <p:bldP spid="33010" grpId="0" animBg="1"/>
      <p:bldP spid="33012" grpId="0"/>
      <p:bldP spid="179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4000"/>
              <a:t>MAX_HEAPIFY (</a:t>
            </a:r>
            <a:r>
              <a:rPr lang="en-US" sz="4000" i="1"/>
              <a:t>A</a:t>
            </a:r>
            <a:r>
              <a:rPr lang="en-US" sz="4000"/>
              <a:t>,1)  (contd.)</a:t>
            </a:r>
          </a:p>
        </p:txBody>
      </p:sp>
      <p:sp>
        <p:nvSpPr>
          <p:cNvPr id="39939" name="Slide Number Placeholder 5"/>
          <p:cNvSpPr>
            <a:spLocks noGrp="1"/>
          </p:cNvSpPr>
          <p:nvPr>
            <p:ph type="sldNum" sz="quarter" idx="12"/>
          </p:nvPr>
        </p:nvSpPr>
        <p:spPr bwMode="auto">
          <a:xfrm>
            <a:off x="8948738" y="6459539"/>
            <a:ext cx="984250" cy="3651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fld id="{BA6E1C26-C481-4066-A4D0-A2A6225D9F8C}" type="slidenum">
              <a:rPr lang="en-US" sz="800">
                <a:latin typeface="Tahoma" panose="020B0604030504040204" pitchFamily="34" charset="0"/>
              </a:rPr>
              <a:pPr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t>14</a:t>
            </a:fld>
            <a:endParaRPr lang="en-US" sz="800">
              <a:latin typeface="Tahoma" panose="020B0604030504040204" pitchFamily="34" charset="0"/>
            </a:endParaRPr>
          </a:p>
        </p:txBody>
      </p:sp>
      <p:sp>
        <p:nvSpPr>
          <p:cNvPr id="33839" name="AutoShape 47" descr="Pink tissue paper"/>
          <p:cNvSpPr>
            <a:spLocks noChangeArrowheads="1"/>
          </p:cNvSpPr>
          <p:nvPr/>
        </p:nvSpPr>
        <p:spPr bwMode="auto">
          <a:xfrm>
            <a:off x="5943600" y="2286000"/>
            <a:ext cx="685800" cy="457200"/>
          </a:xfrm>
          <a:prstGeom prst="rightArrow">
            <a:avLst>
              <a:gd name="adj1" fmla="val 50000"/>
              <a:gd name="adj2" fmla="val 37500"/>
            </a:avLst>
          </a:prstGeom>
          <a:blipFill dpi="0" rotWithShape="0">
            <a:blip r:embed="rId2"/>
            <a:srcRect/>
            <a:tile tx="0" ty="0" sx="100000" sy="100000" flip="none" algn="tl"/>
          </a:blip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endParaRPr lang="en-US" sz="2400">
              <a:latin typeface="Tahoma" panose="020B0604030504040204" pitchFamily="34" charset="0"/>
            </a:endParaRPr>
          </a:p>
        </p:txBody>
      </p:sp>
      <p:sp>
        <p:nvSpPr>
          <p:cNvPr id="33924" name="AutoShape 132" descr="Pink tissue paper"/>
          <p:cNvSpPr>
            <a:spLocks noChangeArrowheads="1"/>
          </p:cNvSpPr>
          <p:nvPr/>
        </p:nvSpPr>
        <p:spPr bwMode="auto">
          <a:xfrm rot="5484639">
            <a:off x="8077718" y="3428209"/>
            <a:ext cx="457200" cy="457200"/>
          </a:xfrm>
          <a:prstGeom prst="rightArrow">
            <a:avLst>
              <a:gd name="adj1" fmla="val 50000"/>
              <a:gd name="adj2" fmla="val 25000"/>
            </a:avLst>
          </a:prstGeom>
          <a:blipFill dpi="0" rotWithShape="0">
            <a:blip r:embed="rId2"/>
            <a:srcRect/>
            <a:tile tx="0" ty="0" sx="100000" sy="100000" flip="none" algn="tl"/>
          </a:blip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endParaRPr lang="en-US" sz="2400">
              <a:latin typeface="Tahoma" panose="020B0604030504040204" pitchFamily="34" charset="0"/>
            </a:endParaRPr>
          </a:p>
        </p:txBody>
      </p:sp>
      <p:sp>
        <p:nvSpPr>
          <p:cNvPr id="33925" name="AutoShape 133" descr="Pink tissue paper"/>
          <p:cNvSpPr>
            <a:spLocks noChangeArrowheads="1"/>
          </p:cNvSpPr>
          <p:nvPr/>
        </p:nvSpPr>
        <p:spPr bwMode="auto">
          <a:xfrm>
            <a:off x="6324600" y="4572000"/>
            <a:ext cx="685800" cy="457200"/>
          </a:xfrm>
          <a:prstGeom prst="leftArrow">
            <a:avLst>
              <a:gd name="adj1" fmla="val 50000"/>
              <a:gd name="adj2" fmla="val 37500"/>
            </a:avLst>
          </a:prstGeom>
          <a:blipFill dpi="0" rotWithShape="0">
            <a:blip r:embed="rId2"/>
            <a:srcRect/>
            <a:tile tx="0" ty="0" sx="100000" sy="100000" flip="none" algn="tl"/>
          </a:blip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endParaRPr lang="en-US" sz="2400">
              <a:latin typeface="Tahoma" panose="020B0604030504040204" pitchFamily="34" charset="0"/>
            </a:endParaRPr>
          </a:p>
        </p:txBody>
      </p:sp>
      <p:sp>
        <p:nvSpPr>
          <p:cNvPr id="33926" name="Text Box 134"/>
          <p:cNvSpPr txBox="1">
            <a:spLocks noChangeArrowheads="1"/>
          </p:cNvSpPr>
          <p:nvPr/>
        </p:nvSpPr>
        <p:spPr bwMode="auto">
          <a:xfrm>
            <a:off x="2362200" y="4191000"/>
            <a:ext cx="3810000" cy="1938338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50000"/>
              </a:spcBef>
              <a:buFontTx/>
              <a:buNone/>
            </a:pPr>
            <a:r>
              <a:rPr lang="en-US" sz="2400" b="1" u="sng" dirty="0">
                <a:latin typeface="Times New Roman" panose="02020603050405020304" pitchFamily="18" charset="0"/>
              </a:rPr>
              <a:t>Important point</a:t>
            </a:r>
            <a:r>
              <a:rPr lang="en-US" sz="2400" dirty="0">
                <a:latin typeface="Times New Roman" panose="02020603050405020304" pitchFamily="18" charset="0"/>
              </a:rPr>
              <a:t> Although we represent this process using a heap actually all the task in done on the input array</a:t>
            </a:r>
          </a:p>
        </p:txBody>
      </p:sp>
      <p:grpSp>
        <p:nvGrpSpPr>
          <p:cNvPr id="2" name="Group 1"/>
          <p:cNvGrpSpPr/>
          <p:nvPr/>
        </p:nvGrpSpPr>
        <p:grpSpPr>
          <a:xfrm>
            <a:off x="2286000" y="1524001"/>
            <a:ext cx="3581400" cy="2366963"/>
            <a:chOff x="762000" y="1524000"/>
            <a:chExt cx="3581400" cy="2366963"/>
          </a:xfrm>
        </p:grpSpPr>
        <p:grpSp>
          <p:nvGrpSpPr>
            <p:cNvPr id="33797" name="Group 5"/>
            <p:cNvGrpSpPr>
              <a:grpSpLocks/>
            </p:cNvGrpSpPr>
            <p:nvPr/>
          </p:nvGrpSpPr>
          <p:grpSpPr bwMode="auto">
            <a:xfrm>
              <a:off x="838200" y="1600200"/>
              <a:ext cx="3429000" cy="2290763"/>
              <a:chOff x="528" y="2544"/>
              <a:chExt cx="2160" cy="1443"/>
            </a:xfrm>
          </p:grpSpPr>
          <p:sp>
            <p:nvSpPr>
              <p:cNvPr id="24668" name="Oval 6"/>
              <p:cNvSpPr>
                <a:spLocks noChangeArrowheads="1"/>
              </p:cNvSpPr>
              <p:nvPr/>
            </p:nvSpPr>
            <p:spPr bwMode="auto">
              <a:xfrm>
                <a:off x="1677" y="2544"/>
                <a:ext cx="324" cy="205"/>
              </a:xfrm>
              <a:prstGeom prst="ellipse">
                <a:avLst/>
              </a:prstGeom>
              <a:solidFill>
                <a:schemeClr val="accent1">
                  <a:lumMod val="60000"/>
                  <a:lumOff val="40000"/>
                </a:schemeClr>
              </a:solidFill>
              <a:ln w="1270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>
                <a:lvl1pPr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9pPr>
              </a:lstStyle>
              <a:p>
                <a:pPr eaLnBrk="1" hangingPunct="1">
                  <a:defRPr/>
                </a:pPr>
                <a:endParaRPr lang="en-US"/>
              </a:p>
            </p:txBody>
          </p:sp>
          <p:sp>
            <p:nvSpPr>
              <p:cNvPr id="40058" name="Rectangle 7"/>
              <p:cNvSpPr>
                <a:spLocks noChangeArrowheads="1"/>
              </p:cNvSpPr>
              <p:nvPr/>
            </p:nvSpPr>
            <p:spPr bwMode="auto">
              <a:xfrm>
                <a:off x="1777" y="2598"/>
                <a:ext cx="152" cy="12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1pPr>
                <a:lvl2pPr marL="742950" indent="-28575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2pPr>
                <a:lvl3pPr marL="11430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3pPr>
                <a:lvl4pPr marL="16002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4pPr>
                <a:lvl5pPr marL="20574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5pPr>
                <a:lvl6pPr marL="2514600" indent="-2286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6pPr>
                <a:lvl7pPr marL="2971800" indent="-2286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7pPr>
                <a:lvl8pPr marL="3429000" indent="-2286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8pPr>
                <a:lvl9pPr marL="3886200" indent="-2286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9pPr>
              </a:lstStyle>
              <a:p>
                <a:pPr eaLnBrk="1" hangingPunct="1">
                  <a:lnSpc>
                    <a:spcPct val="100000"/>
                  </a:lnSpc>
                  <a:spcBef>
                    <a:spcPct val="0"/>
                  </a:spcBef>
                  <a:buFontTx/>
                  <a:buNone/>
                </a:pPr>
                <a:endParaRPr lang="en-US" sz="2400">
                  <a:latin typeface="Tahoma" panose="020B0604030504040204" pitchFamily="34" charset="0"/>
                </a:endParaRPr>
              </a:p>
            </p:txBody>
          </p:sp>
          <p:sp>
            <p:nvSpPr>
              <p:cNvPr id="40059" name="Rectangle 8"/>
              <p:cNvSpPr>
                <a:spLocks noChangeArrowheads="1"/>
              </p:cNvSpPr>
              <p:nvPr/>
            </p:nvSpPr>
            <p:spPr bwMode="auto">
              <a:xfrm>
                <a:off x="1777" y="2600"/>
                <a:ext cx="128" cy="15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1pPr>
                <a:lvl2pPr marL="742950" indent="-28575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2pPr>
                <a:lvl3pPr marL="11430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3pPr>
                <a:lvl4pPr marL="16002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4pPr>
                <a:lvl5pPr marL="20574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5pPr>
                <a:lvl6pPr marL="2514600" indent="-2286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6pPr>
                <a:lvl7pPr marL="2971800" indent="-2286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7pPr>
                <a:lvl8pPr marL="3429000" indent="-2286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8pPr>
                <a:lvl9pPr marL="3886200" indent="-2286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9pPr>
              </a:lstStyle>
              <a:p>
                <a:pPr eaLnBrk="1" hangingPunct="1">
                  <a:lnSpc>
                    <a:spcPct val="100000"/>
                  </a:lnSpc>
                  <a:spcBef>
                    <a:spcPct val="0"/>
                  </a:spcBef>
                  <a:buFontTx/>
                  <a:buNone/>
                </a:pPr>
                <a:r>
                  <a:rPr lang="en-US" sz="1600">
                    <a:solidFill>
                      <a:srgbClr val="000000"/>
                    </a:solidFill>
                    <a:latin typeface="Times New Roman" panose="02020603050405020304" pitchFamily="18" charset="0"/>
                  </a:rPr>
                  <a:t>24</a:t>
                </a:r>
                <a:endParaRPr lang="en-US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4671" name="Oval 9"/>
              <p:cNvSpPr>
                <a:spLocks noChangeArrowheads="1"/>
              </p:cNvSpPr>
              <p:nvPr/>
            </p:nvSpPr>
            <p:spPr bwMode="auto">
              <a:xfrm>
                <a:off x="1218" y="2826"/>
                <a:ext cx="322" cy="203"/>
              </a:xfrm>
              <a:prstGeom prst="ellipse">
                <a:avLst/>
              </a:prstGeom>
              <a:solidFill>
                <a:schemeClr val="accent1">
                  <a:lumMod val="60000"/>
                  <a:lumOff val="40000"/>
                </a:schemeClr>
              </a:solidFill>
              <a:ln w="1270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>
                <a:lvl1pPr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9pPr>
              </a:lstStyle>
              <a:p>
                <a:pPr eaLnBrk="1" hangingPunct="1">
                  <a:defRPr/>
                </a:pPr>
                <a:endParaRPr lang="en-US"/>
              </a:p>
            </p:txBody>
          </p:sp>
          <p:sp>
            <p:nvSpPr>
              <p:cNvPr id="40061" name="Rectangle 10"/>
              <p:cNvSpPr>
                <a:spLocks noChangeArrowheads="1"/>
              </p:cNvSpPr>
              <p:nvPr/>
            </p:nvSpPr>
            <p:spPr bwMode="auto">
              <a:xfrm>
                <a:off x="1318" y="2880"/>
                <a:ext cx="152" cy="12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1pPr>
                <a:lvl2pPr marL="742950" indent="-28575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2pPr>
                <a:lvl3pPr marL="11430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3pPr>
                <a:lvl4pPr marL="16002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4pPr>
                <a:lvl5pPr marL="20574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5pPr>
                <a:lvl6pPr marL="2514600" indent="-2286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6pPr>
                <a:lvl7pPr marL="2971800" indent="-2286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7pPr>
                <a:lvl8pPr marL="3429000" indent="-2286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8pPr>
                <a:lvl9pPr marL="3886200" indent="-2286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9pPr>
              </a:lstStyle>
              <a:p>
                <a:pPr eaLnBrk="1" hangingPunct="1">
                  <a:lnSpc>
                    <a:spcPct val="100000"/>
                  </a:lnSpc>
                  <a:spcBef>
                    <a:spcPct val="0"/>
                  </a:spcBef>
                  <a:buFontTx/>
                  <a:buNone/>
                </a:pPr>
                <a:endParaRPr lang="en-US" sz="2400">
                  <a:latin typeface="Tahoma" panose="020B0604030504040204" pitchFamily="34" charset="0"/>
                </a:endParaRPr>
              </a:p>
            </p:txBody>
          </p:sp>
          <p:sp>
            <p:nvSpPr>
              <p:cNvPr id="40062" name="Rectangle 11"/>
              <p:cNvSpPr>
                <a:spLocks noChangeArrowheads="1"/>
              </p:cNvSpPr>
              <p:nvPr/>
            </p:nvSpPr>
            <p:spPr bwMode="auto">
              <a:xfrm>
                <a:off x="1318" y="2879"/>
                <a:ext cx="128" cy="15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1pPr>
                <a:lvl2pPr marL="742950" indent="-28575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2pPr>
                <a:lvl3pPr marL="11430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3pPr>
                <a:lvl4pPr marL="16002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4pPr>
                <a:lvl5pPr marL="20574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5pPr>
                <a:lvl6pPr marL="2514600" indent="-2286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6pPr>
                <a:lvl7pPr marL="2971800" indent="-2286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7pPr>
                <a:lvl8pPr marL="3429000" indent="-2286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8pPr>
                <a:lvl9pPr marL="3886200" indent="-2286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9pPr>
              </a:lstStyle>
              <a:p>
                <a:pPr eaLnBrk="1" hangingPunct="1">
                  <a:lnSpc>
                    <a:spcPct val="100000"/>
                  </a:lnSpc>
                  <a:spcBef>
                    <a:spcPct val="0"/>
                  </a:spcBef>
                  <a:buFontTx/>
                  <a:buNone/>
                </a:pPr>
                <a:r>
                  <a:rPr lang="en-US" sz="1600" dirty="0">
                    <a:solidFill>
                      <a:srgbClr val="000000"/>
                    </a:solidFill>
                    <a:latin typeface="Times New Roman" panose="02020603050405020304" pitchFamily="18" charset="0"/>
                  </a:rPr>
                  <a:t>21</a:t>
                </a:r>
                <a:endParaRPr lang="en-US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4674" name="Oval 12"/>
              <p:cNvSpPr>
                <a:spLocks noChangeArrowheads="1"/>
              </p:cNvSpPr>
              <p:nvPr/>
            </p:nvSpPr>
            <p:spPr bwMode="auto">
              <a:xfrm>
                <a:off x="2138" y="2838"/>
                <a:ext cx="317" cy="205"/>
              </a:xfrm>
              <a:prstGeom prst="ellipse">
                <a:avLst/>
              </a:prstGeom>
              <a:solidFill>
                <a:schemeClr val="accent1">
                  <a:lumMod val="60000"/>
                  <a:lumOff val="40000"/>
                </a:schemeClr>
              </a:solidFill>
              <a:ln w="1270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>
                <a:lvl1pPr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9pPr>
              </a:lstStyle>
              <a:p>
                <a:pPr eaLnBrk="1" hangingPunct="1">
                  <a:defRPr/>
                </a:pPr>
                <a:endParaRPr lang="en-US"/>
              </a:p>
            </p:txBody>
          </p:sp>
          <p:sp>
            <p:nvSpPr>
              <p:cNvPr id="40064" name="Rectangle 13"/>
              <p:cNvSpPr>
                <a:spLocks noChangeArrowheads="1"/>
              </p:cNvSpPr>
              <p:nvPr/>
            </p:nvSpPr>
            <p:spPr bwMode="auto">
              <a:xfrm>
                <a:off x="2238" y="2892"/>
                <a:ext cx="150" cy="12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1pPr>
                <a:lvl2pPr marL="742950" indent="-28575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2pPr>
                <a:lvl3pPr marL="11430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3pPr>
                <a:lvl4pPr marL="16002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4pPr>
                <a:lvl5pPr marL="20574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5pPr>
                <a:lvl6pPr marL="2514600" indent="-2286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6pPr>
                <a:lvl7pPr marL="2971800" indent="-2286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7pPr>
                <a:lvl8pPr marL="3429000" indent="-2286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8pPr>
                <a:lvl9pPr marL="3886200" indent="-2286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9pPr>
              </a:lstStyle>
              <a:p>
                <a:pPr eaLnBrk="1" hangingPunct="1">
                  <a:lnSpc>
                    <a:spcPct val="100000"/>
                  </a:lnSpc>
                  <a:spcBef>
                    <a:spcPct val="0"/>
                  </a:spcBef>
                  <a:buFontTx/>
                  <a:buNone/>
                </a:pPr>
                <a:endParaRPr lang="en-US" sz="2400">
                  <a:latin typeface="Tahoma" panose="020B0604030504040204" pitchFamily="34" charset="0"/>
                </a:endParaRPr>
              </a:p>
            </p:txBody>
          </p:sp>
          <p:sp>
            <p:nvSpPr>
              <p:cNvPr id="40065" name="Rectangle 14"/>
              <p:cNvSpPr>
                <a:spLocks noChangeArrowheads="1"/>
              </p:cNvSpPr>
              <p:nvPr/>
            </p:nvSpPr>
            <p:spPr bwMode="auto">
              <a:xfrm>
                <a:off x="2238" y="2893"/>
                <a:ext cx="128" cy="15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1pPr>
                <a:lvl2pPr marL="742950" indent="-28575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2pPr>
                <a:lvl3pPr marL="11430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3pPr>
                <a:lvl4pPr marL="16002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4pPr>
                <a:lvl5pPr marL="20574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5pPr>
                <a:lvl6pPr marL="2514600" indent="-2286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6pPr>
                <a:lvl7pPr marL="2971800" indent="-2286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7pPr>
                <a:lvl8pPr marL="3429000" indent="-2286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8pPr>
                <a:lvl9pPr marL="3886200" indent="-2286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9pPr>
              </a:lstStyle>
              <a:p>
                <a:pPr eaLnBrk="1" hangingPunct="1">
                  <a:lnSpc>
                    <a:spcPct val="100000"/>
                  </a:lnSpc>
                  <a:spcBef>
                    <a:spcPct val="0"/>
                  </a:spcBef>
                  <a:buFontTx/>
                  <a:buNone/>
                </a:pPr>
                <a:r>
                  <a:rPr lang="en-US" sz="1600">
                    <a:solidFill>
                      <a:srgbClr val="000000"/>
                    </a:solidFill>
                    <a:latin typeface="Times New Roman" panose="02020603050405020304" pitchFamily="18" charset="0"/>
                  </a:rPr>
                  <a:t>19</a:t>
                </a:r>
                <a:endParaRPr lang="en-US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4677" name="Oval 15"/>
              <p:cNvSpPr>
                <a:spLocks noChangeArrowheads="1"/>
              </p:cNvSpPr>
              <p:nvPr/>
            </p:nvSpPr>
            <p:spPr bwMode="auto">
              <a:xfrm>
                <a:off x="871" y="3075"/>
                <a:ext cx="300" cy="207"/>
              </a:xfrm>
              <a:prstGeom prst="ellipse">
                <a:avLst/>
              </a:prstGeom>
              <a:solidFill>
                <a:schemeClr val="accent1">
                  <a:lumMod val="60000"/>
                  <a:lumOff val="40000"/>
                </a:schemeClr>
              </a:solidFill>
              <a:ln w="1270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>
                <a:lvl1pPr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9pPr>
              </a:lstStyle>
              <a:p>
                <a:pPr eaLnBrk="1" hangingPunct="1">
                  <a:defRPr/>
                </a:pPr>
                <a:endParaRPr lang="en-US"/>
              </a:p>
            </p:txBody>
          </p:sp>
          <p:sp>
            <p:nvSpPr>
              <p:cNvPr id="40067" name="Rectangle 16"/>
              <p:cNvSpPr>
                <a:spLocks noChangeArrowheads="1"/>
              </p:cNvSpPr>
              <p:nvPr/>
            </p:nvSpPr>
            <p:spPr bwMode="auto">
              <a:xfrm>
                <a:off x="968" y="3131"/>
                <a:ext cx="152" cy="12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1pPr>
                <a:lvl2pPr marL="742950" indent="-28575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2pPr>
                <a:lvl3pPr marL="11430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3pPr>
                <a:lvl4pPr marL="16002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4pPr>
                <a:lvl5pPr marL="20574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5pPr>
                <a:lvl6pPr marL="2514600" indent="-2286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6pPr>
                <a:lvl7pPr marL="2971800" indent="-2286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7pPr>
                <a:lvl8pPr marL="3429000" indent="-2286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8pPr>
                <a:lvl9pPr marL="3886200" indent="-2286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9pPr>
              </a:lstStyle>
              <a:p>
                <a:pPr eaLnBrk="1" hangingPunct="1">
                  <a:lnSpc>
                    <a:spcPct val="100000"/>
                  </a:lnSpc>
                  <a:spcBef>
                    <a:spcPct val="0"/>
                  </a:spcBef>
                  <a:buFontTx/>
                  <a:buNone/>
                </a:pPr>
                <a:endParaRPr lang="en-US" sz="2400">
                  <a:latin typeface="Tahoma" panose="020B0604030504040204" pitchFamily="34" charset="0"/>
                </a:endParaRPr>
              </a:p>
            </p:txBody>
          </p:sp>
          <p:sp>
            <p:nvSpPr>
              <p:cNvPr id="40068" name="Rectangle 17"/>
              <p:cNvSpPr>
                <a:spLocks noChangeArrowheads="1"/>
              </p:cNvSpPr>
              <p:nvPr/>
            </p:nvSpPr>
            <p:spPr bwMode="auto">
              <a:xfrm>
                <a:off x="968" y="3131"/>
                <a:ext cx="64" cy="15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1pPr>
                <a:lvl2pPr marL="742950" indent="-28575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2pPr>
                <a:lvl3pPr marL="11430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3pPr>
                <a:lvl4pPr marL="16002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4pPr>
                <a:lvl5pPr marL="20574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5pPr>
                <a:lvl6pPr marL="2514600" indent="-2286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6pPr>
                <a:lvl7pPr marL="2971800" indent="-2286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7pPr>
                <a:lvl8pPr marL="3429000" indent="-2286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8pPr>
                <a:lvl9pPr marL="3886200" indent="-2286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9pPr>
              </a:lstStyle>
              <a:p>
                <a:pPr eaLnBrk="1" hangingPunct="1">
                  <a:lnSpc>
                    <a:spcPct val="100000"/>
                  </a:lnSpc>
                  <a:spcBef>
                    <a:spcPct val="0"/>
                  </a:spcBef>
                  <a:buFontTx/>
                  <a:buNone/>
                </a:pPr>
                <a:r>
                  <a:rPr lang="en-US" sz="1600">
                    <a:solidFill>
                      <a:srgbClr val="000000"/>
                    </a:solidFill>
                    <a:latin typeface="Times New Roman" panose="02020603050405020304" pitchFamily="18" charset="0"/>
                  </a:rPr>
                  <a:t>7</a:t>
                </a:r>
                <a:endParaRPr lang="en-US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4680" name="Oval 18"/>
              <p:cNvSpPr>
                <a:spLocks noChangeArrowheads="1"/>
              </p:cNvSpPr>
              <p:nvPr/>
            </p:nvSpPr>
            <p:spPr bwMode="auto">
              <a:xfrm>
                <a:off x="1544" y="3093"/>
                <a:ext cx="321" cy="205"/>
              </a:xfrm>
              <a:prstGeom prst="ellipse">
                <a:avLst/>
              </a:prstGeom>
              <a:solidFill>
                <a:schemeClr val="accent1">
                  <a:lumMod val="60000"/>
                  <a:lumOff val="40000"/>
                </a:schemeClr>
              </a:solidFill>
              <a:ln w="1270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>
                <a:lvl1pPr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9pPr>
              </a:lstStyle>
              <a:p>
                <a:pPr eaLnBrk="1" hangingPunct="1">
                  <a:defRPr/>
                </a:pPr>
                <a:endParaRPr lang="en-US"/>
              </a:p>
            </p:txBody>
          </p:sp>
          <p:sp>
            <p:nvSpPr>
              <p:cNvPr id="40070" name="Rectangle 19"/>
              <p:cNvSpPr>
                <a:spLocks noChangeArrowheads="1"/>
              </p:cNvSpPr>
              <p:nvPr/>
            </p:nvSpPr>
            <p:spPr bwMode="auto">
              <a:xfrm>
                <a:off x="1645" y="3148"/>
                <a:ext cx="151" cy="13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1pPr>
                <a:lvl2pPr marL="742950" indent="-28575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2pPr>
                <a:lvl3pPr marL="11430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3pPr>
                <a:lvl4pPr marL="16002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4pPr>
                <a:lvl5pPr marL="20574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5pPr>
                <a:lvl6pPr marL="2514600" indent="-2286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6pPr>
                <a:lvl7pPr marL="2971800" indent="-2286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7pPr>
                <a:lvl8pPr marL="3429000" indent="-2286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8pPr>
                <a:lvl9pPr marL="3886200" indent="-2286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9pPr>
              </a:lstStyle>
              <a:p>
                <a:pPr eaLnBrk="1" hangingPunct="1">
                  <a:lnSpc>
                    <a:spcPct val="100000"/>
                  </a:lnSpc>
                  <a:spcBef>
                    <a:spcPct val="0"/>
                  </a:spcBef>
                  <a:buFontTx/>
                  <a:buNone/>
                </a:pPr>
                <a:endParaRPr lang="en-US" sz="2400">
                  <a:latin typeface="Tahoma" panose="020B0604030504040204" pitchFamily="34" charset="0"/>
                </a:endParaRPr>
              </a:p>
            </p:txBody>
          </p:sp>
          <p:sp>
            <p:nvSpPr>
              <p:cNvPr id="40071" name="Rectangle 20"/>
              <p:cNvSpPr>
                <a:spLocks noChangeArrowheads="1"/>
              </p:cNvSpPr>
              <p:nvPr/>
            </p:nvSpPr>
            <p:spPr bwMode="auto">
              <a:xfrm>
                <a:off x="1645" y="3150"/>
                <a:ext cx="128" cy="15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1pPr>
                <a:lvl2pPr marL="742950" indent="-28575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2pPr>
                <a:lvl3pPr marL="11430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3pPr>
                <a:lvl4pPr marL="16002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4pPr>
                <a:lvl5pPr marL="20574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5pPr>
                <a:lvl6pPr marL="2514600" indent="-2286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6pPr>
                <a:lvl7pPr marL="2971800" indent="-2286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7pPr>
                <a:lvl8pPr marL="3429000" indent="-2286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8pPr>
                <a:lvl9pPr marL="3886200" indent="-2286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9pPr>
              </a:lstStyle>
              <a:p>
                <a:pPr eaLnBrk="1" hangingPunct="1">
                  <a:lnSpc>
                    <a:spcPct val="100000"/>
                  </a:lnSpc>
                  <a:spcBef>
                    <a:spcPct val="0"/>
                  </a:spcBef>
                  <a:buFontTx/>
                  <a:buNone/>
                </a:pPr>
                <a:r>
                  <a:rPr lang="en-US" sz="1600">
                    <a:solidFill>
                      <a:srgbClr val="000000"/>
                    </a:solidFill>
                    <a:latin typeface="Times New Roman" panose="02020603050405020304" pitchFamily="18" charset="0"/>
                  </a:rPr>
                  <a:t>14</a:t>
                </a:r>
                <a:endParaRPr lang="en-US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4683" name="Oval 21"/>
              <p:cNvSpPr>
                <a:spLocks noChangeArrowheads="1"/>
              </p:cNvSpPr>
              <p:nvPr/>
            </p:nvSpPr>
            <p:spPr bwMode="auto">
              <a:xfrm>
                <a:off x="1917" y="3081"/>
                <a:ext cx="309" cy="205"/>
              </a:xfrm>
              <a:prstGeom prst="ellipse">
                <a:avLst/>
              </a:prstGeom>
              <a:solidFill>
                <a:schemeClr val="accent1">
                  <a:lumMod val="60000"/>
                  <a:lumOff val="40000"/>
                </a:schemeClr>
              </a:solidFill>
              <a:ln w="1270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>
                <a:lvl1pPr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9pPr>
              </a:lstStyle>
              <a:p>
                <a:pPr eaLnBrk="1" hangingPunct="1">
                  <a:defRPr/>
                </a:pPr>
                <a:endParaRPr lang="en-US"/>
              </a:p>
            </p:txBody>
          </p:sp>
          <p:sp>
            <p:nvSpPr>
              <p:cNvPr id="40073" name="Rectangle 22"/>
              <p:cNvSpPr>
                <a:spLocks noChangeArrowheads="1"/>
              </p:cNvSpPr>
              <p:nvPr/>
            </p:nvSpPr>
            <p:spPr bwMode="auto">
              <a:xfrm>
                <a:off x="2017" y="3135"/>
                <a:ext cx="149" cy="13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1pPr>
                <a:lvl2pPr marL="742950" indent="-28575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2pPr>
                <a:lvl3pPr marL="11430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3pPr>
                <a:lvl4pPr marL="16002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4pPr>
                <a:lvl5pPr marL="20574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5pPr>
                <a:lvl6pPr marL="2514600" indent="-2286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6pPr>
                <a:lvl7pPr marL="2971800" indent="-2286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7pPr>
                <a:lvl8pPr marL="3429000" indent="-2286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8pPr>
                <a:lvl9pPr marL="3886200" indent="-2286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9pPr>
              </a:lstStyle>
              <a:p>
                <a:pPr eaLnBrk="1" hangingPunct="1">
                  <a:lnSpc>
                    <a:spcPct val="100000"/>
                  </a:lnSpc>
                  <a:spcBef>
                    <a:spcPct val="0"/>
                  </a:spcBef>
                  <a:buFontTx/>
                  <a:buNone/>
                </a:pPr>
                <a:endParaRPr lang="en-US" sz="2400">
                  <a:latin typeface="Tahoma" panose="020B0604030504040204" pitchFamily="34" charset="0"/>
                </a:endParaRPr>
              </a:p>
            </p:txBody>
          </p:sp>
          <p:sp>
            <p:nvSpPr>
              <p:cNvPr id="40074" name="Rectangle 23"/>
              <p:cNvSpPr>
                <a:spLocks noChangeArrowheads="1"/>
              </p:cNvSpPr>
              <p:nvPr/>
            </p:nvSpPr>
            <p:spPr bwMode="auto">
              <a:xfrm>
                <a:off x="2017" y="3138"/>
                <a:ext cx="128" cy="15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1pPr>
                <a:lvl2pPr marL="742950" indent="-28575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2pPr>
                <a:lvl3pPr marL="11430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3pPr>
                <a:lvl4pPr marL="16002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4pPr>
                <a:lvl5pPr marL="20574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5pPr>
                <a:lvl6pPr marL="2514600" indent="-2286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6pPr>
                <a:lvl7pPr marL="2971800" indent="-2286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7pPr>
                <a:lvl8pPr marL="3429000" indent="-2286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8pPr>
                <a:lvl9pPr marL="3886200" indent="-2286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9pPr>
              </a:lstStyle>
              <a:p>
                <a:pPr eaLnBrk="1" hangingPunct="1">
                  <a:lnSpc>
                    <a:spcPct val="100000"/>
                  </a:lnSpc>
                  <a:spcBef>
                    <a:spcPct val="0"/>
                  </a:spcBef>
                  <a:buFontTx/>
                  <a:buNone/>
                </a:pPr>
                <a:r>
                  <a:rPr lang="en-US" sz="1600">
                    <a:solidFill>
                      <a:srgbClr val="000000"/>
                    </a:solidFill>
                    <a:latin typeface="Times New Roman" panose="02020603050405020304" pitchFamily="18" charset="0"/>
                  </a:rPr>
                  <a:t>03</a:t>
                </a:r>
                <a:endParaRPr lang="en-US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4686" name="Oval 24"/>
              <p:cNvSpPr>
                <a:spLocks noChangeArrowheads="1"/>
              </p:cNvSpPr>
              <p:nvPr/>
            </p:nvSpPr>
            <p:spPr bwMode="auto">
              <a:xfrm>
                <a:off x="2371" y="3087"/>
                <a:ext cx="317" cy="208"/>
              </a:xfrm>
              <a:prstGeom prst="ellipse">
                <a:avLst/>
              </a:prstGeom>
              <a:solidFill>
                <a:schemeClr val="accent1">
                  <a:lumMod val="60000"/>
                  <a:lumOff val="40000"/>
                </a:schemeClr>
              </a:solidFill>
              <a:ln w="1270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>
                <a:lvl1pPr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9pPr>
              </a:lstStyle>
              <a:p>
                <a:pPr eaLnBrk="1" hangingPunct="1">
                  <a:defRPr/>
                </a:pPr>
                <a:endParaRPr lang="en-US"/>
              </a:p>
            </p:txBody>
          </p:sp>
          <p:sp>
            <p:nvSpPr>
              <p:cNvPr id="40076" name="Rectangle 25"/>
              <p:cNvSpPr>
                <a:spLocks noChangeArrowheads="1"/>
              </p:cNvSpPr>
              <p:nvPr/>
            </p:nvSpPr>
            <p:spPr bwMode="auto">
              <a:xfrm>
                <a:off x="2472" y="3144"/>
                <a:ext cx="151" cy="12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1pPr>
                <a:lvl2pPr marL="742950" indent="-28575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2pPr>
                <a:lvl3pPr marL="11430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3pPr>
                <a:lvl4pPr marL="16002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4pPr>
                <a:lvl5pPr marL="20574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5pPr>
                <a:lvl6pPr marL="2514600" indent="-2286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6pPr>
                <a:lvl7pPr marL="2971800" indent="-2286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7pPr>
                <a:lvl8pPr marL="3429000" indent="-2286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8pPr>
                <a:lvl9pPr marL="3886200" indent="-2286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9pPr>
              </a:lstStyle>
              <a:p>
                <a:pPr eaLnBrk="1" hangingPunct="1">
                  <a:lnSpc>
                    <a:spcPct val="100000"/>
                  </a:lnSpc>
                  <a:spcBef>
                    <a:spcPct val="0"/>
                  </a:spcBef>
                  <a:buFontTx/>
                  <a:buNone/>
                </a:pPr>
                <a:endParaRPr lang="en-US" sz="2400">
                  <a:latin typeface="Tahoma" panose="020B0604030504040204" pitchFamily="34" charset="0"/>
                </a:endParaRPr>
              </a:p>
            </p:txBody>
          </p:sp>
          <p:sp>
            <p:nvSpPr>
              <p:cNvPr id="40077" name="Rectangle 26"/>
              <p:cNvSpPr>
                <a:spLocks noChangeArrowheads="1"/>
              </p:cNvSpPr>
              <p:nvPr/>
            </p:nvSpPr>
            <p:spPr bwMode="auto">
              <a:xfrm>
                <a:off x="2472" y="3146"/>
                <a:ext cx="128" cy="15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1pPr>
                <a:lvl2pPr marL="742950" indent="-28575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2pPr>
                <a:lvl3pPr marL="11430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3pPr>
                <a:lvl4pPr marL="16002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4pPr>
                <a:lvl5pPr marL="20574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5pPr>
                <a:lvl6pPr marL="2514600" indent="-2286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6pPr>
                <a:lvl7pPr marL="2971800" indent="-2286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7pPr>
                <a:lvl8pPr marL="3429000" indent="-2286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8pPr>
                <a:lvl9pPr marL="3886200" indent="-2286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9pPr>
              </a:lstStyle>
              <a:p>
                <a:pPr eaLnBrk="1" hangingPunct="1">
                  <a:lnSpc>
                    <a:spcPct val="100000"/>
                  </a:lnSpc>
                  <a:spcBef>
                    <a:spcPct val="0"/>
                  </a:spcBef>
                  <a:buFontTx/>
                  <a:buNone/>
                </a:pPr>
                <a:r>
                  <a:rPr lang="en-US" sz="1600">
                    <a:solidFill>
                      <a:srgbClr val="000000"/>
                    </a:solidFill>
                    <a:latin typeface="Times New Roman" panose="02020603050405020304" pitchFamily="18" charset="0"/>
                  </a:rPr>
                  <a:t>10</a:t>
                </a:r>
                <a:endParaRPr lang="en-US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4689" name="Oval 27"/>
              <p:cNvSpPr>
                <a:spLocks noChangeArrowheads="1"/>
              </p:cNvSpPr>
              <p:nvPr/>
            </p:nvSpPr>
            <p:spPr bwMode="auto">
              <a:xfrm>
                <a:off x="1103" y="3381"/>
                <a:ext cx="275" cy="207"/>
              </a:xfrm>
              <a:prstGeom prst="ellipse">
                <a:avLst/>
              </a:prstGeom>
              <a:solidFill>
                <a:schemeClr val="accent1">
                  <a:lumMod val="60000"/>
                  <a:lumOff val="40000"/>
                </a:schemeClr>
              </a:solidFill>
              <a:ln w="1270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>
                <a:lvl1pPr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9pPr>
              </a:lstStyle>
              <a:p>
                <a:pPr eaLnBrk="1" hangingPunct="1">
                  <a:defRPr/>
                </a:pPr>
                <a:endParaRPr lang="en-US"/>
              </a:p>
            </p:txBody>
          </p:sp>
          <p:sp>
            <p:nvSpPr>
              <p:cNvPr id="40079" name="Rectangle 28"/>
              <p:cNvSpPr>
                <a:spLocks noChangeArrowheads="1"/>
              </p:cNvSpPr>
              <p:nvPr/>
            </p:nvSpPr>
            <p:spPr bwMode="auto">
              <a:xfrm>
                <a:off x="1197" y="3432"/>
                <a:ext cx="131" cy="13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1pPr>
                <a:lvl2pPr marL="742950" indent="-28575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2pPr>
                <a:lvl3pPr marL="11430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3pPr>
                <a:lvl4pPr marL="16002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4pPr>
                <a:lvl5pPr marL="20574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5pPr>
                <a:lvl6pPr marL="2514600" indent="-2286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6pPr>
                <a:lvl7pPr marL="2971800" indent="-2286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7pPr>
                <a:lvl8pPr marL="3429000" indent="-2286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8pPr>
                <a:lvl9pPr marL="3886200" indent="-2286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9pPr>
              </a:lstStyle>
              <a:p>
                <a:pPr eaLnBrk="1" hangingPunct="1">
                  <a:lnSpc>
                    <a:spcPct val="100000"/>
                  </a:lnSpc>
                  <a:spcBef>
                    <a:spcPct val="0"/>
                  </a:spcBef>
                  <a:buFontTx/>
                  <a:buNone/>
                </a:pPr>
                <a:endParaRPr lang="en-US" sz="2400">
                  <a:latin typeface="Tahoma" panose="020B0604030504040204" pitchFamily="34" charset="0"/>
                </a:endParaRPr>
              </a:p>
            </p:txBody>
          </p:sp>
          <p:sp>
            <p:nvSpPr>
              <p:cNvPr id="40080" name="Rectangle 29"/>
              <p:cNvSpPr>
                <a:spLocks noChangeArrowheads="1"/>
              </p:cNvSpPr>
              <p:nvPr/>
            </p:nvSpPr>
            <p:spPr bwMode="auto">
              <a:xfrm>
                <a:off x="1197" y="3433"/>
                <a:ext cx="128" cy="15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1pPr>
                <a:lvl2pPr marL="742950" indent="-28575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2pPr>
                <a:lvl3pPr marL="11430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3pPr>
                <a:lvl4pPr marL="16002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4pPr>
                <a:lvl5pPr marL="20574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5pPr>
                <a:lvl6pPr marL="2514600" indent="-2286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6pPr>
                <a:lvl7pPr marL="2971800" indent="-2286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7pPr>
                <a:lvl8pPr marL="3429000" indent="-2286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8pPr>
                <a:lvl9pPr marL="3886200" indent="-2286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9pPr>
              </a:lstStyle>
              <a:p>
                <a:pPr eaLnBrk="1" hangingPunct="1">
                  <a:lnSpc>
                    <a:spcPct val="100000"/>
                  </a:lnSpc>
                  <a:spcBef>
                    <a:spcPct val="0"/>
                  </a:spcBef>
                  <a:buFontTx/>
                  <a:buNone/>
                </a:pPr>
                <a:r>
                  <a:rPr lang="en-US" sz="1600">
                    <a:solidFill>
                      <a:srgbClr val="000000"/>
                    </a:solidFill>
                    <a:latin typeface="Times New Roman" panose="02020603050405020304" pitchFamily="18" charset="0"/>
                  </a:rPr>
                  <a:t>13</a:t>
                </a:r>
                <a:endParaRPr lang="en-US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4692" name="Oval 30"/>
              <p:cNvSpPr>
                <a:spLocks noChangeArrowheads="1"/>
              </p:cNvSpPr>
              <p:nvPr/>
            </p:nvSpPr>
            <p:spPr bwMode="auto">
              <a:xfrm>
                <a:off x="624" y="3375"/>
                <a:ext cx="272" cy="205"/>
              </a:xfrm>
              <a:prstGeom prst="ellipse">
                <a:avLst/>
              </a:prstGeom>
              <a:solidFill>
                <a:schemeClr val="accent1">
                  <a:lumMod val="60000"/>
                  <a:lumOff val="40000"/>
                </a:schemeClr>
              </a:solidFill>
              <a:ln w="1270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>
                <a:lvl1pPr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9pPr>
              </a:lstStyle>
              <a:p>
                <a:pPr eaLnBrk="1" hangingPunct="1">
                  <a:defRPr/>
                </a:pPr>
                <a:endParaRPr lang="en-US"/>
              </a:p>
            </p:txBody>
          </p:sp>
          <p:sp>
            <p:nvSpPr>
              <p:cNvPr id="40082" name="Rectangle 31"/>
              <p:cNvSpPr>
                <a:spLocks noChangeArrowheads="1"/>
              </p:cNvSpPr>
              <p:nvPr/>
            </p:nvSpPr>
            <p:spPr bwMode="auto">
              <a:xfrm>
                <a:off x="714" y="3429"/>
                <a:ext cx="99" cy="13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1pPr>
                <a:lvl2pPr marL="742950" indent="-28575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2pPr>
                <a:lvl3pPr marL="11430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3pPr>
                <a:lvl4pPr marL="16002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4pPr>
                <a:lvl5pPr marL="20574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5pPr>
                <a:lvl6pPr marL="2514600" indent="-2286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6pPr>
                <a:lvl7pPr marL="2971800" indent="-2286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7pPr>
                <a:lvl8pPr marL="3429000" indent="-2286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8pPr>
                <a:lvl9pPr marL="3886200" indent="-2286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9pPr>
              </a:lstStyle>
              <a:p>
                <a:pPr eaLnBrk="1" hangingPunct="1">
                  <a:lnSpc>
                    <a:spcPct val="100000"/>
                  </a:lnSpc>
                  <a:spcBef>
                    <a:spcPct val="0"/>
                  </a:spcBef>
                  <a:buFontTx/>
                  <a:buNone/>
                </a:pPr>
                <a:endParaRPr lang="en-US" sz="2400">
                  <a:latin typeface="Tahoma" panose="020B0604030504040204" pitchFamily="34" charset="0"/>
                </a:endParaRPr>
              </a:p>
            </p:txBody>
          </p:sp>
          <p:sp>
            <p:nvSpPr>
              <p:cNvPr id="40083" name="Rectangle 32"/>
              <p:cNvSpPr>
                <a:spLocks noChangeArrowheads="1"/>
              </p:cNvSpPr>
              <p:nvPr/>
            </p:nvSpPr>
            <p:spPr bwMode="auto">
              <a:xfrm>
                <a:off x="714" y="3432"/>
                <a:ext cx="64" cy="15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1pPr>
                <a:lvl2pPr marL="742950" indent="-28575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2pPr>
                <a:lvl3pPr marL="11430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3pPr>
                <a:lvl4pPr marL="16002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4pPr>
                <a:lvl5pPr marL="20574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5pPr>
                <a:lvl6pPr marL="2514600" indent="-2286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6pPr>
                <a:lvl7pPr marL="2971800" indent="-2286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7pPr>
                <a:lvl8pPr marL="3429000" indent="-2286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8pPr>
                <a:lvl9pPr marL="3886200" indent="-2286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9pPr>
              </a:lstStyle>
              <a:p>
                <a:pPr eaLnBrk="1" hangingPunct="1">
                  <a:lnSpc>
                    <a:spcPct val="100000"/>
                  </a:lnSpc>
                  <a:spcBef>
                    <a:spcPct val="0"/>
                  </a:spcBef>
                  <a:buFontTx/>
                  <a:buNone/>
                </a:pPr>
                <a:r>
                  <a:rPr lang="en-US" sz="1600">
                    <a:solidFill>
                      <a:srgbClr val="000000"/>
                    </a:solidFill>
                    <a:latin typeface="Times New Roman" panose="02020603050405020304" pitchFamily="18" charset="0"/>
                  </a:rPr>
                  <a:t>2</a:t>
                </a:r>
                <a:endParaRPr lang="en-US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4695" name="Oval 33"/>
              <p:cNvSpPr>
                <a:spLocks noChangeArrowheads="1"/>
              </p:cNvSpPr>
              <p:nvPr/>
            </p:nvSpPr>
            <p:spPr bwMode="auto">
              <a:xfrm>
                <a:off x="1423" y="3381"/>
                <a:ext cx="324" cy="207"/>
              </a:xfrm>
              <a:prstGeom prst="ellipse">
                <a:avLst/>
              </a:prstGeom>
              <a:solidFill>
                <a:schemeClr val="accent1">
                  <a:lumMod val="60000"/>
                  <a:lumOff val="40000"/>
                </a:schemeClr>
              </a:solidFill>
              <a:ln w="1270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>
                <a:lvl1pPr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9pPr>
              </a:lstStyle>
              <a:p>
                <a:pPr eaLnBrk="1" hangingPunct="1">
                  <a:defRPr/>
                </a:pPr>
                <a:endParaRPr lang="en-US"/>
              </a:p>
            </p:txBody>
          </p:sp>
          <p:sp>
            <p:nvSpPr>
              <p:cNvPr id="40085" name="Rectangle 34"/>
              <p:cNvSpPr>
                <a:spLocks noChangeArrowheads="1"/>
              </p:cNvSpPr>
              <p:nvPr/>
            </p:nvSpPr>
            <p:spPr bwMode="auto">
              <a:xfrm>
                <a:off x="1523" y="3437"/>
                <a:ext cx="151" cy="13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1pPr>
                <a:lvl2pPr marL="742950" indent="-28575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2pPr>
                <a:lvl3pPr marL="11430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3pPr>
                <a:lvl4pPr marL="16002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4pPr>
                <a:lvl5pPr marL="20574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5pPr>
                <a:lvl6pPr marL="2514600" indent="-2286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6pPr>
                <a:lvl7pPr marL="2971800" indent="-2286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7pPr>
                <a:lvl8pPr marL="3429000" indent="-2286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8pPr>
                <a:lvl9pPr marL="3886200" indent="-2286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9pPr>
              </a:lstStyle>
              <a:p>
                <a:pPr eaLnBrk="1" hangingPunct="1">
                  <a:lnSpc>
                    <a:spcPct val="100000"/>
                  </a:lnSpc>
                  <a:spcBef>
                    <a:spcPct val="0"/>
                  </a:spcBef>
                  <a:buFontTx/>
                  <a:buNone/>
                </a:pPr>
                <a:endParaRPr lang="en-US" sz="2400">
                  <a:latin typeface="Tahoma" panose="020B0604030504040204" pitchFamily="34" charset="0"/>
                </a:endParaRPr>
              </a:p>
            </p:txBody>
          </p:sp>
          <p:sp>
            <p:nvSpPr>
              <p:cNvPr id="40086" name="Rectangle 35"/>
              <p:cNvSpPr>
                <a:spLocks noChangeArrowheads="1"/>
              </p:cNvSpPr>
              <p:nvPr/>
            </p:nvSpPr>
            <p:spPr bwMode="auto">
              <a:xfrm>
                <a:off x="1523" y="3437"/>
                <a:ext cx="128" cy="15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1pPr>
                <a:lvl2pPr marL="742950" indent="-28575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2pPr>
                <a:lvl3pPr marL="11430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3pPr>
                <a:lvl4pPr marL="16002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4pPr>
                <a:lvl5pPr marL="20574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5pPr>
                <a:lvl6pPr marL="2514600" indent="-2286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6pPr>
                <a:lvl7pPr marL="2971800" indent="-2286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7pPr>
                <a:lvl8pPr marL="3429000" indent="-2286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8pPr>
                <a:lvl9pPr marL="3886200" indent="-2286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9pPr>
              </a:lstStyle>
              <a:p>
                <a:pPr eaLnBrk="1" hangingPunct="1">
                  <a:lnSpc>
                    <a:spcPct val="100000"/>
                  </a:lnSpc>
                  <a:spcBef>
                    <a:spcPct val="0"/>
                  </a:spcBef>
                  <a:buFontTx/>
                  <a:buNone/>
                </a:pPr>
                <a:r>
                  <a:rPr lang="en-US" sz="1600">
                    <a:solidFill>
                      <a:srgbClr val="000000"/>
                    </a:solidFill>
                    <a:latin typeface="Times New Roman" panose="02020603050405020304" pitchFamily="18" charset="0"/>
                  </a:rPr>
                  <a:t>11</a:t>
                </a:r>
                <a:endParaRPr lang="en-US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40087" name="Line 36"/>
              <p:cNvSpPr>
                <a:spLocks noChangeShapeType="1"/>
              </p:cNvSpPr>
              <p:nvPr/>
            </p:nvSpPr>
            <p:spPr bwMode="auto">
              <a:xfrm flipH="1">
                <a:off x="1451" y="2695"/>
                <a:ext cx="240" cy="153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0088" name="Line 37"/>
              <p:cNvSpPr>
                <a:spLocks noChangeShapeType="1"/>
              </p:cNvSpPr>
              <p:nvPr/>
            </p:nvSpPr>
            <p:spPr bwMode="auto">
              <a:xfrm>
                <a:off x="1926" y="2703"/>
                <a:ext cx="238" cy="157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0089" name="Line 38"/>
              <p:cNvSpPr>
                <a:spLocks noChangeShapeType="1"/>
              </p:cNvSpPr>
              <p:nvPr/>
            </p:nvSpPr>
            <p:spPr bwMode="auto">
              <a:xfrm flipH="1">
                <a:off x="1097" y="2977"/>
                <a:ext cx="147" cy="122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0090" name="Line 39"/>
              <p:cNvSpPr>
                <a:spLocks noChangeShapeType="1"/>
              </p:cNvSpPr>
              <p:nvPr/>
            </p:nvSpPr>
            <p:spPr bwMode="auto">
              <a:xfrm>
                <a:off x="1464" y="2984"/>
                <a:ext cx="133" cy="128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0091" name="Line 40"/>
              <p:cNvSpPr>
                <a:spLocks noChangeShapeType="1"/>
              </p:cNvSpPr>
              <p:nvPr/>
            </p:nvSpPr>
            <p:spPr bwMode="auto">
              <a:xfrm flipH="1">
                <a:off x="2101" y="3021"/>
                <a:ext cx="86" cy="66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0092" name="Line 41"/>
              <p:cNvSpPr>
                <a:spLocks noChangeShapeType="1"/>
              </p:cNvSpPr>
              <p:nvPr/>
            </p:nvSpPr>
            <p:spPr bwMode="auto">
              <a:xfrm>
                <a:off x="2351" y="3027"/>
                <a:ext cx="76" cy="72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0093" name="Line 42"/>
              <p:cNvSpPr>
                <a:spLocks noChangeShapeType="1"/>
              </p:cNvSpPr>
              <p:nvPr/>
            </p:nvSpPr>
            <p:spPr bwMode="auto">
              <a:xfrm flipH="1">
                <a:off x="761" y="3240"/>
                <a:ext cx="129" cy="133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0094" name="Line 43"/>
              <p:cNvSpPr>
                <a:spLocks noChangeShapeType="1"/>
              </p:cNvSpPr>
              <p:nvPr/>
            </p:nvSpPr>
            <p:spPr bwMode="auto">
              <a:xfrm>
                <a:off x="1090" y="3254"/>
                <a:ext cx="90" cy="131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0095" name="Line 44"/>
              <p:cNvSpPr>
                <a:spLocks noChangeShapeType="1"/>
              </p:cNvSpPr>
              <p:nvPr/>
            </p:nvSpPr>
            <p:spPr bwMode="auto">
              <a:xfrm flipH="1">
                <a:off x="1569" y="3282"/>
                <a:ext cx="36" cy="99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0096" name="Text Box 45"/>
              <p:cNvSpPr txBox="1">
                <a:spLocks noChangeArrowheads="1"/>
              </p:cNvSpPr>
              <p:nvPr/>
            </p:nvSpPr>
            <p:spPr bwMode="auto">
              <a:xfrm>
                <a:off x="528" y="3696"/>
                <a:ext cx="2095" cy="291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1pPr>
                <a:lvl2pPr marL="742950" indent="-28575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2pPr>
                <a:lvl3pPr marL="11430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3pPr>
                <a:lvl4pPr marL="16002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4pPr>
                <a:lvl5pPr marL="20574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5pPr>
                <a:lvl6pPr marL="2514600" indent="-2286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6pPr>
                <a:lvl7pPr marL="2971800" indent="-2286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7pPr>
                <a:lvl8pPr marL="3429000" indent="-2286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8pPr>
                <a:lvl9pPr marL="3886200" indent="-2286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9pPr>
              </a:lstStyle>
              <a:p>
                <a:pPr eaLnBrk="1" hangingPunct="1">
                  <a:lnSpc>
                    <a:spcPct val="100000"/>
                  </a:lnSpc>
                  <a:spcBef>
                    <a:spcPct val="50000"/>
                  </a:spcBef>
                  <a:buFontTx/>
                  <a:buNone/>
                </a:pPr>
                <a:r>
                  <a:rPr lang="en-US" sz="2400">
                    <a:solidFill>
                      <a:schemeClr val="tx2"/>
                    </a:solidFill>
                    <a:latin typeface="Times New Roman" panose="02020603050405020304" pitchFamily="18" charset="0"/>
                  </a:rPr>
                  <a:t>MAX_HEAPIFY (</a:t>
                </a:r>
                <a:r>
                  <a:rPr lang="en-US" sz="2400" i="1">
                    <a:solidFill>
                      <a:schemeClr val="tx2"/>
                    </a:solidFill>
                    <a:latin typeface="Times New Roman" panose="02020603050405020304" pitchFamily="18" charset="0"/>
                  </a:rPr>
                  <a:t>A</a:t>
                </a:r>
                <a:r>
                  <a:rPr lang="en-US" sz="2400">
                    <a:solidFill>
                      <a:schemeClr val="tx2"/>
                    </a:solidFill>
                    <a:latin typeface="Times New Roman" panose="02020603050405020304" pitchFamily="18" charset="0"/>
                  </a:rPr>
                  <a:t>,4)</a:t>
                </a:r>
              </a:p>
            </p:txBody>
          </p:sp>
        </p:grpSp>
        <p:sp>
          <p:nvSpPr>
            <p:cNvPr id="131" name="TextBox 130"/>
            <p:cNvSpPr txBox="1"/>
            <p:nvPr/>
          </p:nvSpPr>
          <p:spPr>
            <a:xfrm>
              <a:off x="3124200" y="1524000"/>
              <a:ext cx="263525" cy="276225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>
                <a:defRPr/>
              </a:pPr>
              <a:r>
                <a:rPr lang="en-US" sz="1200" dirty="0">
                  <a:solidFill>
                    <a:srgbClr val="FF0000"/>
                  </a:solidFill>
                  <a:latin typeface="+mn-lt"/>
                </a:rPr>
                <a:t>1</a:t>
              </a:r>
            </a:p>
          </p:txBody>
        </p:sp>
        <p:sp>
          <p:nvSpPr>
            <p:cNvPr id="132" name="TextBox 131"/>
            <p:cNvSpPr txBox="1"/>
            <p:nvPr/>
          </p:nvSpPr>
          <p:spPr>
            <a:xfrm>
              <a:off x="1905000" y="1781175"/>
              <a:ext cx="263525" cy="276225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>
                <a:defRPr/>
              </a:pPr>
              <a:r>
                <a:rPr lang="en-US" sz="1200" dirty="0">
                  <a:solidFill>
                    <a:srgbClr val="FF0000"/>
                  </a:solidFill>
                  <a:latin typeface="+mn-lt"/>
                </a:rPr>
                <a:t>2</a:t>
              </a:r>
            </a:p>
          </p:txBody>
        </p:sp>
        <p:sp>
          <p:nvSpPr>
            <p:cNvPr id="133" name="TextBox 132"/>
            <p:cNvSpPr txBox="1"/>
            <p:nvPr/>
          </p:nvSpPr>
          <p:spPr>
            <a:xfrm>
              <a:off x="3775075" y="1857375"/>
              <a:ext cx="263525" cy="276225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>
                <a:defRPr/>
              </a:pPr>
              <a:r>
                <a:rPr lang="en-US" sz="1200" dirty="0">
                  <a:solidFill>
                    <a:srgbClr val="FF0000"/>
                  </a:solidFill>
                  <a:latin typeface="+mn-lt"/>
                </a:rPr>
                <a:t>3</a:t>
              </a:r>
            </a:p>
          </p:txBody>
        </p:sp>
        <p:sp>
          <p:nvSpPr>
            <p:cNvPr id="134" name="TextBox 133"/>
            <p:cNvSpPr txBox="1"/>
            <p:nvPr/>
          </p:nvSpPr>
          <p:spPr>
            <a:xfrm>
              <a:off x="1143000" y="2314575"/>
              <a:ext cx="263525" cy="276225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>
                <a:defRPr/>
              </a:pPr>
              <a:r>
                <a:rPr lang="en-US" sz="1200" dirty="0">
                  <a:solidFill>
                    <a:srgbClr val="FF0000"/>
                  </a:solidFill>
                  <a:latin typeface="+mn-lt"/>
                </a:rPr>
                <a:t>4</a:t>
              </a:r>
            </a:p>
          </p:txBody>
        </p:sp>
        <p:sp>
          <p:nvSpPr>
            <p:cNvPr id="135" name="TextBox 134"/>
            <p:cNvSpPr txBox="1"/>
            <p:nvPr/>
          </p:nvSpPr>
          <p:spPr>
            <a:xfrm>
              <a:off x="2590800" y="2286000"/>
              <a:ext cx="263525" cy="276225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>
                <a:defRPr/>
              </a:pPr>
              <a:r>
                <a:rPr lang="en-US" sz="1200" dirty="0">
                  <a:solidFill>
                    <a:srgbClr val="FF0000"/>
                  </a:solidFill>
                  <a:latin typeface="+mn-lt"/>
                </a:rPr>
                <a:t>5</a:t>
              </a:r>
            </a:p>
          </p:txBody>
        </p:sp>
        <p:sp>
          <p:nvSpPr>
            <p:cNvPr id="136" name="TextBox 135"/>
            <p:cNvSpPr txBox="1"/>
            <p:nvPr/>
          </p:nvSpPr>
          <p:spPr>
            <a:xfrm>
              <a:off x="3048000" y="2238375"/>
              <a:ext cx="263525" cy="276225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>
                <a:defRPr/>
              </a:pPr>
              <a:r>
                <a:rPr lang="en-US" sz="1200" dirty="0">
                  <a:solidFill>
                    <a:srgbClr val="FF0000"/>
                  </a:solidFill>
                  <a:latin typeface="+mn-lt"/>
                </a:rPr>
                <a:t>6</a:t>
              </a:r>
            </a:p>
          </p:txBody>
        </p:sp>
        <p:sp>
          <p:nvSpPr>
            <p:cNvPr id="137" name="TextBox 136"/>
            <p:cNvSpPr txBox="1"/>
            <p:nvPr/>
          </p:nvSpPr>
          <p:spPr>
            <a:xfrm>
              <a:off x="4079875" y="2286000"/>
              <a:ext cx="263525" cy="276225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>
                <a:defRPr/>
              </a:pPr>
              <a:r>
                <a:rPr lang="en-US" sz="1200" dirty="0">
                  <a:solidFill>
                    <a:srgbClr val="FF0000"/>
                  </a:solidFill>
                  <a:latin typeface="+mn-lt"/>
                </a:rPr>
                <a:t>7</a:t>
              </a:r>
            </a:p>
          </p:txBody>
        </p:sp>
        <p:sp>
          <p:nvSpPr>
            <p:cNvPr id="138" name="TextBox 137"/>
            <p:cNvSpPr txBox="1"/>
            <p:nvPr/>
          </p:nvSpPr>
          <p:spPr>
            <a:xfrm>
              <a:off x="762000" y="2924175"/>
              <a:ext cx="263525" cy="276225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>
                <a:defRPr/>
              </a:pPr>
              <a:r>
                <a:rPr lang="en-US" sz="1200" dirty="0">
                  <a:solidFill>
                    <a:srgbClr val="FF0000"/>
                  </a:solidFill>
                  <a:latin typeface="+mn-lt"/>
                </a:rPr>
                <a:t>8</a:t>
              </a:r>
            </a:p>
          </p:txBody>
        </p:sp>
        <p:sp>
          <p:nvSpPr>
            <p:cNvPr id="139" name="TextBox 138"/>
            <p:cNvSpPr txBox="1"/>
            <p:nvPr/>
          </p:nvSpPr>
          <p:spPr>
            <a:xfrm>
              <a:off x="1981200" y="2743200"/>
              <a:ext cx="263525" cy="276225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>
                <a:defRPr/>
              </a:pPr>
              <a:r>
                <a:rPr lang="en-US" sz="1200" dirty="0">
                  <a:solidFill>
                    <a:srgbClr val="FF0000"/>
                  </a:solidFill>
                  <a:latin typeface="+mn-lt"/>
                </a:rPr>
                <a:t>9</a:t>
              </a:r>
            </a:p>
          </p:txBody>
        </p:sp>
        <p:sp>
          <p:nvSpPr>
            <p:cNvPr id="140" name="TextBox 139"/>
            <p:cNvSpPr txBox="1"/>
            <p:nvPr/>
          </p:nvSpPr>
          <p:spPr>
            <a:xfrm>
              <a:off x="2819400" y="2924175"/>
              <a:ext cx="341313" cy="276225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>
                <a:defRPr/>
              </a:pPr>
              <a:r>
                <a:rPr lang="en-US" sz="1200" dirty="0">
                  <a:solidFill>
                    <a:srgbClr val="FF0000"/>
                  </a:solidFill>
                  <a:latin typeface="+mn-lt"/>
                </a:rPr>
                <a:t>10</a:t>
              </a:r>
            </a:p>
          </p:txBody>
        </p:sp>
      </p:grpSp>
      <p:grpSp>
        <p:nvGrpSpPr>
          <p:cNvPr id="4" name="Group 3"/>
          <p:cNvGrpSpPr/>
          <p:nvPr/>
        </p:nvGrpSpPr>
        <p:grpSpPr>
          <a:xfrm>
            <a:off x="6248400" y="4114801"/>
            <a:ext cx="3581400" cy="2371725"/>
            <a:chOff x="4724400" y="4114800"/>
            <a:chExt cx="3581400" cy="2371725"/>
          </a:xfrm>
        </p:grpSpPr>
        <p:grpSp>
          <p:nvGrpSpPr>
            <p:cNvPr id="33883" name="Group 91"/>
            <p:cNvGrpSpPr>
              <a:grpSpLocks/>
            </p:cNvGrpSpPr>
            <p:nvPr/>
          </p:nvGrpSpPr>
          <p:grpSpPr bwMode="auto">
            <a:xfrm>
              <a:off x="4953000" y="4191000"/>
              <a:ext cx="3276600" cy="2295525"/>
              <a:chOff x="624" y="2544"/>
              <a:chExt cx="2064" cy="1446"/>
            </a:xfrm>
          </p:grpSpPr>
          <p:sp>
            <p:nvSpPr>
              <p:cNvPr id="24588" name="Oval 92"/>
              <p:cNvSpPr>
                <a:spLocks noChangeArrowheads="1"/>
              </p:cNvSpPr>
              <p:nvPr/>
            </p:nvSpPr>
            <p:spPr bwMode="auto">
              <a:xfrm>
                <a:off x="1677" y="2544"/>
                <a:ext cx="324" cy="205"/>
              </a:xfrm>
              <a:prstGeom prst="ellipse">
                <a:avLst/>
              </a:prstGeom>
              <a:solidFill>
                <a:schemeClr val="accent1">
                  <a:lumMod val="60000"/>
                  <a:lumOff val="40000"/>
                </a:schemeClr>
              </a:solidFill>
              <a:ln w="1270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>
                <a:lvl1pPr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9pPr>
              </a:lstStyle>
              <a:p>
                <a:pPr eaLnBrk="1" hangingPunct="1">
                  <a:defRPr/>
                </a:pPr>
                <a:endParaRPr lang="en-US"/>
              </a:p>
            </p:txBody>
          </p:sp>
          <p:sp>
            <p:nvSpPr>
              <p:cNvPr id="39978" name="Rectangle 93"/>
              <p:cNvSpPr>
                <a:spLocks noChangeArrowheads="1"/>
              </p:cNvSpPr>
              <p:nvPr/>
            </p:nvSpPr>
            <p:spPr bwMode="auto">
              <a:xfrm>
                <a:off x="1777" y="2598"/>
                <a:ext cx="152" cy="12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1pPr>
                <a:lvl2pPr marL="742950" indent="-28575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2pPr>
                <a:lvl3pPr marL="11430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3pPr>
                <a:lvl4pPr marL="16002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4pPr>
                <a:lvl5pPr marL="20574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5pPr>
                <a:lvl6pPr marL="2514600" indent="-2286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6pPr>
                <a:lvl7pPr marL="2971800" indent="-2286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7pPr>
                <a:lvl8pPr marL="3429000" indent="-2286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8pPr>
                <a:lvl9pPr marL="3886200" indent="-2286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9pPr>
              </a:lstStyle>
              <a:p>
                <a:pPr eaLnBrk="1" hangingPunct="1">
                  <a:lnSpc>
                    <a:spcPct val="100000"/>
                  </a:lnSpc>
                  <a:spcBef>
                    <a:spcPct val="0"/>
                  </a:spcBef>
                  <a:buFontTx/>
                  <a:buNone/>
                </a:pPr>
                <a:endParaRPr lang="en-US" sz="2400">
                  <a:latin typeface="Tahoma" panose="020B0604030504040204" pitchFamily="34" charset="0"/>
                </a:endParaRPr>
              </a:p>
            </p:txBody>
          </p:sp>
          <p:sp>
            <p:nvSpPr>
              <p:cNvPr id="39979" name="Rectangle 94"/>
              <p:cNvSpPr>
                <a:spLocks noChangeArrowheads="1"/>
              </p:cNvSpPr>
              <p:nvPr/>
            </p:nvSpPr>
            <p:spPr bwMode="auto">
              <a:xfrm>
                <a:off x="1777" y="2600"/>
                <a:ext cx="128" cy="15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1pPr>
                <a:lvl2pPr marL="742950" indent="-28575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2pPr>
                <a:lvl3pPr marL="11430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3pPr>
                <a:lvl4pPr marL="16002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4pPr>
                <a:lvl5pPr marL="20574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5pPr>
                <a:lvl6pPr marL="2514600" indent="-2286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6pPr>
                <a:lvl7pPr marL="2971800" indent="-2286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7pPr>
                <a:lvl8pPr marL="3429000" indent="-2286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8pPr>
                <a:lvl9pPr marL="3886200" indent="-2286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9pPr>
              </a:lstStyle>
              <a:p>
                <a:pPr eaLnBrk="1" hangingPunct="1">
                  <a:lnSpc>
                    <a:spcPct val="100000"/>
                  </a:lnSpc>
                  <a:spcBef>
                    <a:spcPct val="0"/>
                  </a:spcBef>
                  <a:buFontTx/>
                  <a:buNone/>
                </a:pPr>
                <a:r>
                  <a:rPr lang="en-US" sz="1600">
                    <a:solidFill>
                      <a:srgbClr val="000000"/>
                    </a:solidFill>
                    <a:latin typeface="Times New Roman" panose="02020603050405020304" pitchFamily="18" charset="0"/>
                  </a:rPr>
                  <a:t>24</a:t>
                </a:r>
                <a:endParaRPr lang="en-US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4591" name="Oval 95"/>
              <p:cNvSpPr>
                <a:spLocks noChangeArrowheads="1"/>
              </p:cNvSpPr>
              <p:nvPr/>
            </p:nvSpPr>
            <p:spPr bwMode="auto">
              <a:xfrm>
                <a:off x="1218" y="2826"/>
                <a:ext cx="322" cy="203"/>
              </a:xfrm>
              <a:prstGeom prst="ellipse">
                <a:avLst/>
              </a:prstGeom>
              <a:solidFill>
                <a:schemeClr val="accent1">
                  <a:lumMod val="60000"/>
                  <a:lumOff val="40000"/>
                </a:schemeClr>
              </a:solidFill>
              <a:ln w="1270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>
                <a:lvl1pPr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9pPr>
              </a:lstStyle>
              <a:p>
                <a:pPr eaLnBrk="1" hangingPunct="1">
                  <a:defRPr/>
                </a:pPr>
                <a:endParaRPr lang="en-US"/>
              </a:p>
            </p:txBody>
          </p:sp>
          <p:sp>
            <p:nvSpPr>
              <p:cNvPr id="39981" name="Rectangle 96"/>
              <p:cNvSpPr>
                <a:spLocks noChangeArrowheads="1"/>
              </p:cNvSpPr>
              <p:nvPr/>
            </p:nvSpPr>
            <p:spPr bwMode="auto">
              <a:xfrm>
                <a:off x="1318" y="2880"/>
                <a:ext cx="152" cy="12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1pPr>
                <a:lvl2pPr marL="742950" indent="-28575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2pPr>
                <a:lvl3pPr marL="11430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3pPr>
                <a:lvl4pPr marL="16002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4pPr>
                <a:lvl5pPr marL="20574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5pPr>
                <a:lvl6pPr marL="2514600" indent="-2286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6pPr>
                <a:lvl7pPr marL="2971800" indent="-2286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7pPr>
                <a:lvl8pPr marL="3429000" indent="-2286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8pPr>
                <a:lvl9pPr marL="3886200" indent="-2286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9pPr>
              </a:lstStyle>
              <a:p>
                <a:pPr eaLnBrk="1" hangingPunct="1">
                  <a:lnSpc>
                    <a:spcPct val="100000"/>
                  </a:lnSpc>
                  <a:spcBef>
                    <a:spcPct val="0"/>
                  </a:spcBef>
                  <a:buFontTx/>
                  <a:buNone/>
                </a:pPr>
                <a:endParaRPr lang="en-US" sz="2400">
                  <a:latin typeface="Tahoma" panose="020B0604030504040204" pitchFamily="34" charset="0"/>
                </a:endParaRPr>
              </a:p>
            </p:txBody>
          </p:sp>
          <p:sp>
            <p:nvSpPr>
              <p:cNvPr id="39982" name="Rectangle 97"/>
              <p:cNvSpPr>
                <a:spLocks noChangeArrowheads="1"/>
              </p:cNvSpPr>
              <p:nvPr/>
            </p:nvSpPr>
            <p:spPr bwMode="auto">
              <a:xfrm>
                <a:off x="1318" y="2879"/>
                <a:ext cx="128" cy="15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1pPr>
                <a:lvl2pPr marL="742950" indent="-28575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2pPr>
                <a:lvl3pPr marL="11430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3pPr>
                <a:lvl4pPr marL="16002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4pPr>
                <a:lvl5pPr marL="20574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5pPr>
                <a:lvl6pPr marL="2514600" indent="-2286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6pPr>
                <a:lvl7pPr marL="2971800" indent="-2286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7pPr>
                <a:lvl8pPr marL="3429000" indent="-2286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8pPr>
                <a:lvl9pPr marL="3886200" indent="-2286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9pPr>
              </a:lstStyle>
              <a:p>
                <a:pPr eaLnBrk="1" hangingPunct="1">
                  <a:lnSpc>
                    <a:spcPct val="100000"/>
                  </a:lnSpc>
                  <a:spcBef>
                    <a:spcPct val="0"/>
                  </a:spcBef>
                  <a:buFontTx/>
                  <a:buNone/>
                </a:pPr>
                <a:r>
                  <a:rPr lang="en-US" sz="1600">
                    <a:solidFill>
                      <a:srgbClr val="000000"/>
                    </a:solidFill>
                    <a:latin typeface="Times New Roman" panose="02020603050405020304" pitchFamily="18" charset="0"/>
                  </a:rPr>
                  <a:t>21</a:t>
                </a:r>
                <a:endParaRPr lang="en-US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4594" name="Oval 98"/>
              <p:cNvSpPr>
                <a:spLocks noChangeArrowheads="1"/>
              </p:cNvSpPr>
              <p:nvPr/>
            </p:nvSpPr>
            <p:spPr bwMode="auto">
              <a:xfrm>
                <a:off x="2138" y="2838"/>
                <a:ext cx="317" cy="205"/>
              </a:xfrm>
              <a:prstGeom prst="ellipse">
                <a:avLst/>
              </a:prstGeom>
              <a:solidFill>
                <a:schemeClr val="accent1">
                  <a:lumMod val="60000"/>
                  <a:lumOff val="40000"/>
                </a:schemeClr>
              </a:solidFill>
              <a:ln w="1270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>
                <a:lvl1pPr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9pPr>
              </a:lstStyle>
              <a:p>
                <a:pPr eaLnBrk="1" hangingPunct="1">
                  <a:defRPr/>
                </a:pPr>
                <a:endParaRPr lang="en-US"/>
              </a:p>
            </p:txBody>
          </p:sp>
          <p:sp>
            <p:nvSpPr>
              <p:cNvPr id="39984" name="Rectangle 99"/>
              <p:cNvSpPr>
                <a:spLocks noChangeArrowheads="1"/>
              </p:cNvSpPr>
              <p:nvPr/>
            </p:nvSpPr>
            <p:spPr bwMode="auto">
              <a:xfrm>
                <a:off x="2238" y="2892"/>
                <a:ext cx="150" cy="12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1pPr>
                <a:lvl2pPr marL="742950" indent="-28575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2pPr>
                <a:lvl3pPr marL="11430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3pPr>
                <a:lvl4pPr marL="16002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4pPr>
                <a:lvl5pPr marL="20574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5pPr>
                <a:lvl6pPr marL="2514600" indent="-2286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6pPr>
                <a:lvl7pPr marL="2971800" indent="-2286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7pPr>
                <a:lvl8pPr marL="3429000" indent="-2286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8pPr>
                <a:lvl9pPr marL="3886200" indent="-2286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9pPr>
              </a:lstStyle>
              <a:p>
                <a:pPr eaLnBrk="1" hangingPunct="1">
                  <a:lnSpc>
                    <a:spcPct val="100000"/>
                  </a:lnSpc>
                  <a:spcBef>
                    <a:spcPct val="0"/>
                  </a:spcBef>
                  <a:buFontTx/>
                  <a:buNone/>
                </a:pPr>
                <a:endParaRPr lang="en-US" sz="2400">
                  <a:latin typeface="Tahoma" panose="020B0604030504040204" pitchFamily="34" charset="0"/>
                </a:endParaRPr>
              </a:p>
            </p:txBody>
          </p:sp>
          <p:sp>
            <p:nvSpPr>
              <p:cNvPr id="39985" name="Rectangle 100"/>
              <p:cNvSpPr>
                <a:spLocks noChangeArrowheads="1"/>
              </p:cNvSpPr>
              <p:nvPr/>
            </p:nvSpPr>
            <p:spPr bwMode="auto">
              <a:xfrm>
                <a:off x="2238" y="2893"/>
                <a:ext cx="128" cy="15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1pPr>
                <a:lvl2pPr marL="742950" indent="-28575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2pPr>
                <a:lvl3pPr marL="11430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3pPr>
                <a:lvl4pPr marL="16002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4pPr>
                <a:lvl5pPr marL="20574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5pPr>
                <a:lvl6pPr marL="2514600" indent="-2286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6pPr>
                <a:lvl7pPr marL="2971800" indent="-2286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7pPr>
                <a:lvl8pPr marL="3429000" indent="-2286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8pPr>
                <a:lvl9pPr marL="3886200" indent="-2286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9pPr>
              </a:lstStyle>
              <a:p>
                <a:pPr eaLnBrk="1" hangingPunct="1">
                  <a:lnSpc>
                    <a:spcPct val="100000"/>
                  </a:lnSpc>
                  <a:spcBef>
                    <a:spcPct val="0"/>
                  </a:spcBef>
                  <a:buFontTx/>
                  <a:buNone/>
                </a:pPr>
                <a:r>
                  <a:rPr lang="en-US" sz="1600">
                    <a:solidFill>
                      <a:srgbClr val="000000"/>
                    </a:solidFill>
                    <a:latin typeface="Times New Roman" panose="02020603050405020304" pitchFamily="18" charset="0"/>
                  </a:rPr>
                  <a:t>19</a:t>
                </a:r>
                <a:endParaRPr lang="en-US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4597" name="Oval 101"/>
              <p:cNvSpPr>
                <a:spLocks noChangeArrowheads="1"/>
              </p:cNvSpPr>
              <p:nvPr/>
            </p:nvSpPr>
            <p:spPr bwMode="auto">
              <a:xfrm>
                <a:off x="871" y="3075"/>
                <a:ext cx="300" cy="207"/>
              </a:xfrm>
              <a:prstGeom prst="ellipse">
                <a:avLst/>
              </a:prstGeom>
              <a:solidFill>
                <a:schemeClr val="accent1">
                  <a:lumMod val="60000"/>
                  <a:lumOff val="40000"/>
                </a:schemeClr>
              </a:solidFill>
              <a:ln w="1270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>
                <a:lvl1pPr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9pPr>
              </a:lstStyle>
              <a:p>
                <a:pPr eaLnBrk="1" hangingPunct="1">
                  <a:defRPr/>
                </a:pPr>
                <a:endParaRPr lang="en-US"/>
              </a:p>
            </p:txBody>
          </p:sp>
          <p:sp>
            <p:nvSpPr>
              <p:cNvPr id="39987" name="Rectangle 102"/>
              <p:cNvSpPr>
                <a:spLocks noChangeArrowheads="1"/>
              </p:cNvSpPr>
              <p:nvPr/>
            </p:nvSpPr>
            <p:spPr bwMode="auto">
              <a:xfrm>
                <a:off x="968" y="3131"/>
                <a:ext cx="152" cy="12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1pPr>
                <a:lvl2pPr marL="742950" indent="-28575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2pPr>
                <a:lvl3pPr marL="11430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3pPr>
                <a:lvl4pPr marL="16002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4pPr>
                <a:lvl5pPr marL="20574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5pPr>
                <a:lvl6pPr marL="2514600" indent="-2286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6pPr>
                <a:lvl7pPr marL="2971800" indent="-2286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7pPr>
                <a:lvl8pPr marL="3429000" indent="-2286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8pPr>
                <a:lvl9pPr marL="3886200" indent="-2286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9pPr>
              </a:lstStyle>
              <a:p>
                <a:pPr eaLnBrk="1" hangingPunct="1">
                  <a:lnSpc>
                    <a:spcPct val="100000"/>
                  </a:lnSpc>
                  <a:spcBef>
                    <a:spcPct val="0"/>
                  </a:spcBef>
                  <a:buFontTx/>
                  <a:buNone/>
                </a:pPr>
                <a:endParaRPr lang="en-US" sz="2400">
                  <a:latin typeface="Tahoma" panose="020B0604030504040204" pitchFamily="34" charset="0"/>
                </a:endParaRPr>
              </a:p>
            </p:txBody>
          </p:sp>
          <p:sp>
            <p:nvSpPr>
              <p:cNvPr id="39988" name="Rectangle 103"/>
              <p:cNvSpPr>
                <a:spLocks noChangeArrowheads="1"/>
              </p:cNvSpPr>
              <p:nvPr/>
            </p:nvSpPr>
            <p:spPr bwMode="auto">
              <a:xfrm>
                <a:off x="968" y="3131"/>
                <a:ext cx="128" cy="15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1pPr>
                <a:lvl2pPr marL="742950" indent="-28575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2pPr>
                <a:lvl3pPr marL="11430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3pPr>
                <a:lvl4pPr marL="16002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4pPr>
                <a:lvl5pPr marL="20574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5pPr>
                <a:lvl6pPr marL="2514600" indent="-2286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6pPr>
                <a:lvl7pPr marL="2971800" indent="-2286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7pPr>
                <a:lvl8pPr marL="3429000" indent="-2286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8pPr>
                <a:lvl9pPr marL="3886200" indent="-2286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9pPr>
              </a:lstStyle>
              <a:p>
                <a:pPr eaLnBrk="1" hangingPunct="1">
                  <a:lnSpc>
                    <a:spcPct val="100000"/>
                  </a:lnSpc>
                  <a:spcBef>
                    <a:spcPct val="0"/>
                  </a:spcBef>
                  <a:buFontTx/>
                  <a:buNone/>
                </a:pPr>
                <a:r>
                  <a:rPr lang="en-US" sz="1600">
                    <a:solidFill>
                      <a:srgbClr val="000000"/>
                    </a:solidFill>
                    <a:latin typeface="Times New Roman" panose="02020603050405020304" pitchFamily="18" charset="0"/>
                  </a:rPr>
                  <a:t>13</a:t>
                </a:r>
                <a:endParaRPr lang="en-US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4600" name="Oval 104"/>
              <p:cNvSpPr>
                <a:spLocks noChangeArrowheads="1"/>
              </p:cNvSpPr>
              <p:nvPr/>
            </p:nvSpPr>
            <p:spPr bwMode="auto">
              <a:xfrm>
                <a:off x="1544" y="3093"/>
                <a:ext cx="321" cy="205"/>
              </a:xfrm>
              <a:prstGeom prst="ellipse">
                <a:avLst/>
              </a:prstGeom>
              <a:solidFill>
                <a:schemeClr val="accent1">
                  <a:lumMod val="60000"/>
                  <a:lumOff val="40000"/>
                </a:schemeClr>
              </a:solidFill>
              <a:ln w="1270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>
                <a:lvl1pPr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9pPr>
              </a:lstStyle>
              <a:p>
                <a:pPr eaLnBrk="1" hangingPunct="1">
                  <a:defRPr/>
                </a:pPr>
                <a:endParaRPr lang="en-US"/>
              </a:p>
            </p:txBody>
          </p:sp>
          <p:sp>
            <p:nvSpPr>
              <p:cNvPr id="39990" name="Rectangle 105"/>
              <p:cNvSpPr>
                <a:spLocks noChangeArrowheads="1"/>
              </p:cNvSpPr>
              <p:nvPr/>
            </p:nvSpPr>
            <p:spPr bwMode="auto">
              <a:xfrm>
                <a:off x="1645" y="3148"/>
                <a:ext cx="151" cy="13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1pPr>
                <a:lvl2pPr marL="742950" indent="-28575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2pPr>
                <a:lvl3pPr marL="11430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3pPr>
                <a:lvl4pPr marL="16002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4pPr>
                <a:lvl5pPr marL="20574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5pPr>
                <a:lvl6pPr marL="2514600" indent="-2286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6pPr>
                <a:lvl7pPr marL="2971800" indent="-2286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7pPr>
                <a:lvl8pPr marL="3429000" indent="-2286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8pPr>
                <a:lvl9pPr marL="3886200" indent="-2286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9pPr>
              </a:lstStyle>
              <a:p>
                <a:pPr eaLnBrk="1" hangingPunct="1">
                  <a:lnSpc>
                    <a:spcPct val="100000"/>
                  </a:lnSpc>
                  <a:spcBef>
                    <a:spcPct val="0"/>
                  </a:spcBef>
                  <a:buFontTx/>
                  <a:buNone/>
                </a:pPr>
                <a:endParaRPr lang="en-US" sz="2400">
                  <a:latin typeface="Tahoma" panose="020B0604030504040204" pitchFamily="34" charset="0"/>
                </a:endParaRPr>
              </a:p>
            </p:txBody>
          </p:sp>
          <p:sp>
            <p:nvSpPr>
              <p:cNvPr id="39991" name="Rectangle 106"/>
              <p:cNvSpPr>
                <a:spLocks noChangeArrowheads="1"/>
              </p:cNvSpPr>
              <p:nvPr/>
            </p:nvSpPr>
            <p:spPr bwMode="auto">
              <a:xfrm>
                <a:off x="1645" y="3150"/>
                <a:ext cx="128" cy="15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1pPr>
                <a:lvl2pPr marL="742950" indent="-28575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2pPr>
                <a:lvl3pPr marL="11430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3pPr>
                <a:lvl4pPr marL="16002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4pPr>
                <a:lvl5pPr marL="20574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5pPr>
                <a:lvl6pPr marL="2514600" indent="-2286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6pPr>
                <a:lvl7pPr marL="2971800" indent="-2286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7pPr>
                <a:lvl8pPr marL="3429000" indent="-2286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8pPr>
                <a:lvl9pPr marL="3886200" indent="-2286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9pPr>
              </a:lstStyle>
              <a:p>
                <a:pPr eaLnBrk="1" hangingPunct="1">
                  <a:lnSpc>
                    <a:spcPct val="100000"/>
                  </a:lnSpc>
                  <a:spcBef>
                    <a:spcPct val="0"/>
                  </a:spcBef>
                  <a:buFontTx/>
                  <a:buNone/>
                </a:pPr>
                <a:r>
                  <a:rPr lang="en-US" sz="1600">
                    <a:solidFill>
                      <a:srgbClr val="000000"/>
                    </a:solidFill>
                    <a:latin typeface="Times New Roman" panose="02020603050405020304" pitchFamily="18" charset="0"/>
                  </a:rPr>
                  <a:t>14</a:t>
                </a:r>
                <a:endParaRPr lang="en-US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4603" name="Oval 107"/>
              <p:cNvSpPr>
                <a:spLocks noChangeArrowheads="1"/>
              </p:cNvSpPr>
              <p:nvPr/>
            </p:nvSpPr>
            <p:spPr bwMode="auto">
              <a:xfrm>
                <a:off x="1917" y="3081"/>
                <a:ext cx="309" cy="205"/>
              </a:xfrm>
              <a:prstGeom prst="ellipse">
                <a:avLst/>
              </a:prstGeom>
              <a:solidFill>
                <a:schemeClr val="accent1">
                  <a:lumMod val="60000"/>
                  <a:lumOff val="40000"/>
                </a:schemeClr>
              </a:solidFill>
              <a:ln w="1270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>
                <a:lvl1pPr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9pPr>
              </a:lstStyle>
              <a:p>
                <a:pPr eaLnBrk="1" hangingPunct="1">
                  <a:defRPr/>
                </a:pPr>
                <a:endParaRPr lang="en-US"/>
              </a:p>
            </p:txBody>
          </p:sp>
          <p:sp>
            <p:nvSpPr>
              <p:cNvPr id="39993" name="Rectangle 108"/>
              <p:cNvSpPr>
                <a:spLocks noChangeArrowheads="1"/>
              </p:cNvSpPr>
              <p:nvPr/>
            </p:nvSpPr>
            <p:spPr bwMode="auto">
              <a:xfrm>
                <a:off x="2017" y="3135"/>
                <a:ext cx="149" cy="13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1pPr>
                <a:lvl2pPr marL="742950" indent="-28575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2pPr>
                <a:lvl3pPr marL="11430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3pPr>
                <a:lvl4pPr marL="16002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4pPr>
                <a:lvl5pPr marL="20574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5pPr>
                <a:lvl6pPr marL="2514600" indent="-2286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6pPr>
                <a:lvl7pPr marL="2971800" indent="-2286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7pPr>
                <a:lvl8pPr marL="3429000" indent="-2286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8pPr>
                <a:lvl9pPr marL="3886200" indent="-2286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9pPr>
              </a:lstStyle>
              <a:p>
                <a:pPr eaLnBrk="1" hangingPunct="1">
                  <a:lnSpc>
                    <a:spcPct val="100000"/>
                  </a:lnSpc>
                  <a:spcBef>
                    <a:spcPct val="0"/>
                  </a:spcBef>
                  <a:buFontTx/>
                  <a:buNone/>
                </a:pPr>
                <a:endParaRPr lang="en-US" sz="2400">
                  <a:latin typeface="Tahoma" panose="020B0604030504040204" pitchFamily="34" charset="0"/>
                </a:endParaRPr>
              </a:p>
            </p:txBody>
          </p:sp>
          <p:sp>
            <p:nvSpPr>
              <p:cNvPr id="39994" name="Rectangle 109"/>
              <p:cNvSpPr>
                <a:spLocks noChangeArrowheads="1"/>
              </p:cNvSpPr>
              <p:nvPr/>
            </p:nvSpPr>
            <p:spPr bwMode="auto">
              <a:xfrm>
                <a:off x="2017" y="3138"/>
                <a:ext cx="128" cy="15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1pPr>
                <a:lvl2pPr marL="742950" indent="-28575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2pPr>
                <a:lvl3pPr marL="11430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3pPr>
                <a:lvl4pPr marL="16002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4pPr>
                <a:lvl5pPr marL="20574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5pPr>
                <a:lvl6pPr marL="2514600" indent="-2286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6pPr>
                <a:lvl7pPr marL="2971800" indent="-2286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7pPr>
                <a:lvl8pPr marL="3429000" indent="-2286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8pPr>
                <a:lvl9pPr marL="3886200" indent="-2286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9pPr>
              </a:lstStyle>
              <a:p>
                <a:pPr eaLnBrk="1" hangingPunct="1">
                  <a:lnSpc>
                    <a:spcPct val="100000"/>
                  </a:lnSpc>
                  <a:spcBef>
                    <a:spcPct val="0"/>
                  </a:spcBef>
                  <a:buFontTx/>
                  <a:buNone/>
                </a:pPr>
                <a:r>
                  <a:rPr lang="en-US" sz="1600">
                    <a:solidFill>
                      <a:srgbClr val="000000"/>
                    </a:solidFill>
                    <a:latin typeface="Times New Roman" panose="02020603050405020304" pitchFamily="18" charset="0"/>
                  </a:rPr>
                  <a:t>03</a:t>
                </a:r>
                <a:endParaRPr lang="en-US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4606" name="Oval 110"/>
              <p:cNvSpPr>
                <a:spLocks noChangeArrowheads="1"/>
              </p:cNvSpPr>
              <p:nvPr/>
            </p:nvSpPr>
            <p:spPr bwMode="auto">
              <a:xfrm>
                <a:off x="2371" y="3087"/>
                <a:ext cx="317" cy="208"/>
              </a:xfrm>
              <a:prstGeom prst="ellipse">
                <a:avLst/>
              </a:prstGeom>
              <a:solidFill>
                <a:schemeClr val="accent1">
                  <a:lumMod val="60000"/>
                  <a:lumOff val="40000"/>
                </a:schemeClr>
              </a:solidFill>
              <a:ln w="1270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>
                <a:lvl1pPr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9pPr>
              </a:lstStyle>
              <a:p>
                <a:pPr eaLnBrk="1" hangingPunct="1">
                  <a:defRPr/>
                </a:pPr>
                <a:endParaRPr lang="en-US"/>
              </a:p>
            </p:txBody>
          </p:sp>
          <p:sp>
            <p:nvSpPr>
              <p:cNvPr id="39996" name="Rectangle 111"/>
              <p:cNvSpPr>
                <a:spLocks noChangeArrowheads="1"/>
              </p:cNvSpPr>
              <p:nvPr/>
            </p:nvSpPr>
            <p:spPr bwMode="auto">
              <a:xfrm>
                <a:off x="2472" y="3144"/>
                <a:ext cx="151" cy="12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1pPr>
                <a:lvl2pPr marL="742950" indent="-28575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2pPr>
                <a:lvl3pPr marL="11430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3pPr>
                <a:lvl4pPr marL="16002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4pPr>
                <a:lvl5pPr marL="20574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5pPr>
                <a:lvl6pPr marL="2514600" indent="-2286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6pPr>
                <a:lvl7pPr marL="2971800" indent="-2286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7pPr>
                <a:lvl8pPr marL="3429000" indent="-2286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8pPr>
                <a:lvl9pPr marL="3886200" indent="-2286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9pPr>
              </a:lstStyle>
              <a:p>
                <a:pPr eaLnBrk="1" hangingPunct="1">
                  <a:lnSpc>
                    <a:spcPct val="100000"/>
                  </a:lnSpc>
                  <a:spcBef>
                    <a:spcPct val="0"/>
                  </a:spcBef>
                  <a:buFontTx/>
                  <a:buNone/>
                </a:pPr>
                <a:endParaRPr lang="en-US" sz="2400">
                  <a:latin typeface="Tahoma" panose="020B0604030504040204" pitchFamily="34" charset="0"/>
                </a:endParaRPr>
              </a:p>
            </p:txBody>
          </p:sp>
          <p:sp>
            <p:nvSpPr>
              <p:cNvPr id="39997" name="Rectangle 112"/>
              <p:cNvSpPr>
                <a:spLocks noChangeArrowheads="1"/>
              </p:cNvSpPr>
              <p:nvPr/>
            </p:nvSpPr>
            <p:spPr bwMode="auto">
              <a:xfrm>
                <a:off x="2472" y="3146"/>
                <a:ext cx="128" cy="15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1pPr>
                <a:lvl2pPr marL="742950" indent="-28575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2pPr>
                <a:lvl3pPr marL="11430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3pPr>
                <a:lvl4pPr marL="16002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4pPr>
                <a:lvl5pPr marL="20574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5pPr>
                <a:lvl6pPr marL="2514600" indent="-2286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6pPr>
                <a:lvl7pPr marL="2971800" indent="-2286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7pPr>
                <a:lvl8pPr marL="3429000" indent="-2286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8pPr>
                <a:lvl9pPr marL="3886200" indent="-2286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9pPr>
              </a:lstStyle>
              <a:p>
                <a:pPr eaLnBrk="1" hangingPunct="1">
                  <a:lnSpc>
                    <a:spcPct val="100000"/>
                  </a:lnSpc>
                  <a:spcBef>
                    <a:spcPct val="0"/>
                  </a:spcBef>
                  <a:buFontTx/>
                  <a:buNone/>
                </a:pPr>
                <a:r>
                  <a:rPr lang="en-US" sz="1600">
                    <a:solidFill>
                      <a:srgbClr val="000000"/>
                    </a:solidFill>
                    <a:latin typeface="Times New Roman" panose="02020603050405020304" pitchFamily="18" charset="0"/>
                  </a:rPr>
                  <a:t>10</a:t>
                </a:r>
                <a:endParaRPr lang="en-US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4609" name="Oval 113"/>
              <p:cNvSpPr>
                <a:spLocks noChangeArrowheads="1"/>
              </p:cNvSpPr>
              <p:nvPr/>
            </p:nvSpPr>
            <p:spPr bwMode="auto">
              <a:xfrm>
                <a:off x="1103" y="3381"/>
                <a:ext cx="275" cy="207"/>
              </a:xfrm>
              <a:prstGeom prst="ellipse">
                <a:avLst/>
              </a:prstGeom>
              <a:solidFill>
                <a:schemeClr val="accent1">
                  <a:lumMod val="60000"/>
                  <a:lumOff val="40000"/>
                </a:schemeClr>
              </a:solidFill>
              <a:ln w="1270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>
                <a:lvl1pPr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9pPr>
              </a:lstStyle>
              <a:p>
                <a:pPr eaLnBrk="1" hangingPunct="1">
                  <a:defRPr/>
                </a:pPr>
                <a:endParaRPr lang="en-US"/>
              </a:p>
            </p:txBody>
          </p:sp>
          <p:sp>
            <p:nvSpPr>
              <p:cNvPr id="39999" name="Rectangle 114"/>
              <p:cNvSpPr>
                <a:spLocks noChangeArrowheads="1"/>
              </p:cNvSpPr>
              <p:nvPr/>
            </p:nvSpPr>
            <p:spPr bwMode="auto">
              <a:xfrm>
                <a:off x="1197" y="3432"/>
                <a:ext cx="131" cy="13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1pPr>
                <a:lvl2pPr marL="742950" indent="-28575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2pPr>
                <a:lvl3pPr marL="11430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3pPr>
                <a:lvl4pPr marL="16002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4pPr>
                <a:lvl5pPr marL="20574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5pPr>
                <a:lvl6pPr marL="2514600" indent="-2286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6pPr>
                <a:lvl7pPr marL="2971800" indent="-2286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7pPr>
                <a:lvl8pPr marL="3429000" indent="-2286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8pPr>
                <a:lvl9pPr marL="3886200" indent="-2286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9pPr>
              </a:lstStyle>
              <a:p>
                <a:pPr eaLnBrk="1" hangingPunct="1">
                  <a:lnSpc>
                    <a:spcPct val="100000"/>
                  </a:lnSpc>
                  <a:spcBef>
                    <a:spcPct val="0"/>
                  </a:spcBef>
                  <a:buFontTx/>
                  <a:buNone/>
                </a:pPr>
                <a:endParaRPr lang="en-US" sz="2400">
                  <a:latin typeface="Tahoma" panose="020B0604030504040204" pitchFamily="34" charset="0"/>
                </a:endParaRPr>
              </a:p>
            </p:txBody>
          </p:sp>
          <p:sp>
            <p:nvSpPr>
              <p:cNvPr id="40000" name="Rectangle 115"/>
              <p:cNvSpPr>
                <a:spLocks noChangeArrowheads="1"/>
              </p:cNvSpPr>
              <p:nvPr/>
            </p:nvSpPr>
            <p:spPr bwMode="auto">
              <a:xfrm>
                <a:off x="1197" y="3433"/>
                <a:ext cx="64" cy="15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1pPr>
                <a:lvl2pPr marL="742950" indent="-28575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2pPr>
                <a:lvl3pPr marL="11430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3pPr>
                <a:lvl4pPr marL="16002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4pPr>
                <a:lvl5pPr marL="20574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5pPr>
                <a:lvl6pPr marL="2514600" indent="-2286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6pPr>
                <a:lvl7pPr marL="2971800" indent="-2286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7pPr>
                <a:lvl8pPr marL="3429000" indent="-2286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8pPr>
                <a:lvl9pPr marL="3886200" indent="-2286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9pPr>
              </a:lstStyle>
              <a:p>
                <a:pPr eaLnBrk="1" hangingPunct="1">
                  <a:lnSpc>
                    <a:spcPct val="100000"/>
                  </a:lnSpc>
                  <a:spcBef>
                    <a:spcPct val="0"/>
                  </a:spcBef>
                  <a:buFontTx/>
                  <a:buNone/>
                </a:pPr>
                <a:r>
                  <a:rPr lang="en-US" sz="1600">
                    <a:solidFill>
                      <a:srgbClr val="000000"/>
                    </a:solidFill>
                    <a:latin typeface="Times New Roman" panose="02020603050405020304" pitchFamily="18" charset="0"/>
                  </a:rPr>
                  <a:t>7</a:t>
                </a:r>
                <a:endParaRPr lang="en-US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4612" name="Oval 116"/>
              <p:cNvSpPr>
                <a:spLocks noChangeArrowheads="1"/>
              </p:cNvSpPr>
              <p:nvPr/>
            </p:nvSpPr>
            <p:spPr bwMode="auto">
              <a:xfrm>
                <a:off x="624" y="3375"/>
                <a:ext cx="272" cy="205"/>
              </a:xfrm>
              <a:prstGeom prst="ellipse">
                <a:avLst/>
              </a:prstGeom>
              <a:solidFill>
                <a:schemeClr val="accent1">
                  <a:lumMod val="60000"/>
                  <a:lumOff val="40000"/>
                </a:schemeClr>
              </a:solidFill>
              <a:ln w="1270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>
                <a:lvl1pPr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9pPr>
              </a:lstStyle>
              <a:p>
                <a:pPr eaLnBrk="1" hangingPunct="1">
                  <a:defRPr/>
                </a:pPr>
                <a:endParaRPr lang="en-US"/>
              </a:p>
            </p:txBody>
          </p:sp>
          <p:sp>
            <p:nvSpPr>
              <p:cNvPr id="40002" name="Rectangle 117"/>
              <p:cNvSpPr>
                <a:spLocks noChangeArrowheads="1"/>
              </p:cNvSpPr>
              <p:nvPr/>
            </p:nvSpPr>
            <p:spPr bwMode="auto">
              <a:xfrm>
                <a:off x="714" y="3429"/>
                <a:ext cx="99" cy="13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1pPr>
                <a:lvl2pPr marL="742950" indent="-28575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2pPr>
                <a:lvl3pPr marL="11430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3pPr>
                <a:lvl4pPr marL="16002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4pPr>
                <a:lvl5pPr marL="20574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5pPr>
                <a:lvl6pPr marL="2514600" indent="-2286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6pPr>
                <a:lvl7pPr marL="2971800" indent="-2286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7pPr>
                <a:lvl8pPr marL="3429000" indent="-2286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8pPr>
                <a:lvl9pPr marL="3886200" indent="-2286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9pPr>
              </a:lstStyle>
              <a:p>
                <a:pPr eaLnBrk="1" hangingPunct="1">
                  <a:lnSpc>
                    <a:spcPct val="100000"/>
                  </a:lnSpc>
                  <a:spcBef>
                    <a:spcPct val="0"/>
                  </a:spcBef>
                  <a:buFontTx/>
                  <a:buNone/>
                </a:pPr>
                <a:endParaRPr lang="en-US" sz="2400">
                  <a:latin typeface="Tahoma" panose="020B0604030504040204" pitchFamily="34" charset="0"/>
                </a:endParaRPr>
              </a:p>
            </p:txBody>
          </p:sp>
          <p:sp>
            <p:nvSpPr>
              <p:cNvPr id="40003" name="Rectangle 118"/>
              <p:cNvSpPr>
                <a:spLocks noChangeArrowheads="1"/>
              </p:cNvSpPr>
              <p:nvPr/>
            </p:nvSpPr>
            <p:spPr bwMode="auto">
              <a:xfrm>
                <a:off x="714" y="3432"/>
                <a:ext cx="64" cy="15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1pPr>
                <a:lvl2pPr marL="742950" indent="-28575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2pPr>
                <a:lvl3pPr marL="11430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3pPr>
                <a:lvl4pPr marL="16002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4pPr>
                <a:lvl5pPr marL="20574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5pPr>
                <a:lvl6pPr marL="2514600" indent="-2286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6pPr>
                <a:lvl7pPr marL="2971800" indent="-2286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7pPr>
                <a:lvl8pPr marL="3429000" indent="-2286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8pPr>
                <a:lvl9pPr marL="3886200" indent="-2286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9pPr>
              </a:lstStyle>
              <a:p>
                <a:pPr eaLnBrk="1" hangingPunct="1">
                  <a:lnSpc>
                    <a:spcPct val="100000"/>
                  </a:lnSpc>
                  <a:spcBef>
                    <a:spcPct val="0"/>
                  </a:spcBef>
                  <a:buFontTx/>
                  <a:buNone/>
                </a:pPr>
                <a:r>
                  <a:rPr lang="en-US" sz="1600">
                    <a:solidFill>
                      <a:srgbClr val="000000"/>
                    </a:solidFill>
                    <a:latin typeface="Times New Roman" panose="02020603050405020304" pitchFamily="18" charset="0"/>
                  </a:rPr>
                  <a:t>2</a:t>
                </a:r>
                <a:endParaRPr lang="en-US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4615" name="Oval 119"/>
              <p:cNvSpPr>
                <a:spLocks noChangeArrowheads="1"/>
              </p:cNvSpPr>
              <p:nvPr/>
            </p:nvSpPr>
            <p:spPr bwMode="auto">
              <a:xfrm>
                <a:off x="1423" y="3381"/>
                <a:ext cx="324" cy="207"/>
              </a:xfrm>
              <a:prstGeom prst="ellipse">
                <a:avLst/>
              </a:prstGeom>
              <a:solidFill>
                <a:schemeClr val="accent1">
                  <a:lumMod val="60000"/>
                  <a:lumOff val="40000"/>
                </a:schemeClr>
              </a:solidFill>
              <a:ln w="1270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>
                <a:lvl1pPr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9pPr>
              </a:lstStyle>
              <a:p>
                <a:pPr eaLnBrk="1" hangingPunct="1">
                  <a:defRPr/>
                </a:pPr>
                <a:endParaRPr lang="en-US"/>
              </a:p>
            </p:txBody>
          </p:sp>
          <p:sp>
            <p:nvSpPr>
              <p:cNvPr id="40005" name="Rectangle 120"/>
              <p:cNvSpPr>
                <a:spLocks noChangeArrowheads="1"/>
              </p:cNvSpPr>
              <p:nvPr/>
            </p:nvSpPr>
            <p:spPr bwMode="auto">
              <a:xfrm>
                <a:off x="1523" y="3437"/>
                <a:ext cx="151" cy="13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1pPr>
                <a:lvl2pPr marL="742950" indent="-28575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2pPr>
                <a:lvl3pPr marL="11430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3pPr>
                <a:lvl4pPr marL="16002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4pPr>
                <a:lvl5pPr marL="20574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5pPr>
                <a:lvl6pPr marL="2514600" indent="-2286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6pPr>
                <a:lvl7pPr marL="2971800" indent="-2286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7pPr>
                <a:lvl8pPr marL="3429000" indent="-2286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8pPr>
                <a:lvl9pPr marL="3886200" indent="-2286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9pPr>
              </a:lstStyle>
              <a:p>
                <a:pPr eaLnBrk="1" hangingPunct="1">
                  <a:lnSpc>
                    <a:spcPct val="100000"/>
                  </a:lnSpc>
                  <a:spcBef>
                    <a:spcPct val="0"/>
                  </a:spcBef>
                  <a:buFontTx/>
                  <a:buNone/>
                </a:pPr>
                <a:endParaRPr lang="en-US" sz="2400">
                  <a:latin typeface="Tahoma" panose="020B0604030504040204" pitchFamily="34" charset="0"/>
                </a:endParaRPr>
              </a:p>
            </p:txBody>
          </p:sp>
          <p:sp>
            <p:nvSpPr>
              <p:cNvPr id="40006" name="Rectangle 121"/>
              <p:cNvSpPr>
                <a:spLocks noChangeArrowheads="1"/>
              </p:cNvSpPr>
              <p:nvPr/>
            </p:nvSpPr>
            <p:spPr bwMode="auto">
              <a:xfrm>
                <a:off x="1523" y="3437"/>
                <a:ext cx="128" cy="15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1pPr>
                <a:lvl2pPr marL="742950" indent="-28575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2pPr>
                <a:lvl3pPr marL="11430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3pPr>
                <a:lvl4pPr marL="16002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4pPr>
                <a:lvl5pPr marL="20574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5pPr>
                <a:lvl6pPr marL="2514600" indent="-2286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6pPr>
                <a:lvl7pPr marL="2971800" indent="-2286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7pPr>
                <a:lvl8pPr marL="3429000" indent="-2286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8pPr>
                <a:lvl9pPr marL="3886200" indent="-2286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9pPr>
              </a:lstStyle>
              <a:p>
                <a:pPr eaLnBrk="1" hangingPunct="1">
                  <a:lnSpc>
                    <a:spcPct val="100000"/>
                  </a:lnSpc>
                  <a:spcBef>
                    <a:spcPct val="0"/>
                  </a:spcBef>
                  <a:buFontTx/>
                  <a:buNone/>
                </a:pPr>
                <a:r>
                  <a:rPr lang="en-US" sz="1600">
                    <a:solidFill>
                      <a:srgbClr val="000000"/>
                    </a:solidFill>
                    <a:latin typeface="Times New Roman" panose="02020603050405020304" pitchFamily="18" charset="0"/>
                  </a:rPr>
                  <a:t>11</a:t>
                </a:r>
                <a:endParaRPr lang="en-US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40007" name="Line 122"/>
              <p:cNvSpPr>
                <a:spLocks noChangeShapeType="1"/>
              </p:cNvSpPr>
              <p:nvPr/>
            </p:nvSpPr>
            <p:spPr bwMode="auto">
              <a:xfrm flipH="1">
                <a:off x="1451" y="2695"/>
                <a:ext cx="240" cy="153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0008" name="Line 123"/>
              <p:cNvSpPr>
                <a:spLocks noChangeShapeType="1"/>
              </p:cNvSpPr>
              <p:nvPr/>
            </p:nvSpPr>
            <p:spPr bwMode="auto">
              <a:xfrm>
                <a:off x="1926" y="2703"/>
                <a:ext cx="238" cy="157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0009" name="Line 124"/>
              <p:cNvSpPr>
                <a:spLocks noChangeShapeType="1"/>
              </p:cNvSpPr>
              <p:nvPr/>
            </p:nvSpPr>
            <p:spPr bwMode="auto">
              <a:xfrm flipH="1">
                <a:off x="1097" y="2977"/>
                <a:ext cx="147" cy="122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0010" name="Line 125"/>
              <p:cNvSpPr>
                <a:spLocks noChangeShapeType="1"/>
              </p:cNvSpPr>
              <p:nvPr/>
            </p:nvSpPr>
            <p:spPr bwMode="auto">
              <a:xfrm>
                <a:off x="1464" y="2984"/>
                <a:ext cx="133" cy="128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0011" name="Line 126"/>
              <p:cNvSpPr>
                <a:spLocks noChangeShapeType="1"/>
              </p:cNvSpPr>
              <p:nvPr/>
            </p:nvSpPr>
            <p:spPr bwMode="auto">
              <a:xfrm flipH="1">
                <a:off x="2101" y="3021"/>
                <a:ext cx="86" cy="66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0012" name="Line 127"/>
              <p:cNvSpPr>
                <a:spLocks noChangeShapeType="1"/>
              </p:cNvSpPr>
              <p:nvPr/>
            </p:nvSpPr>
            <p:spPr bwMode="auto">
              <a:xfrm>
                <a:off x="2351" y="3027"/>
                <a:ext cx="76" cy="72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0013" name="Line 128"/>
              <p:cNvSpPr>
                <a:spLocks noChangeShapeType="1"/>
              </p:cNvSpPr>
              <p:nvPr/>
            </p:nvSpPr>
            <p:spPr bwMode="auto">
              <a:xfrm flipH="1">
                <a:off x="761" y="3240"/>
                <a:ext cx="129" cy="133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0014" name="Line 129"/>
              <p:cNvSpPr>
                <a:spLocks noChangeShapeType="1"/>
              </p:cNvSpPr>
              <p:nvPr/>
            </p:nvSpPr>
            <p:spPr bwMode="auto">
              <a:xfrm>
                <a:off x="1090" y="3254"/>
                <a:ext cx="90" cy="131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0015" name="Line 130"/>
              <p:cNvSpPr>
                <a:spLocks noChangeShapeType="1"/>
              </p:cNvSpPr>
              <p:nvPr/>
            </p:nvSpPr>
            <p:spPr bwMode="auto">
              <a:xfrm flipH="1">
                <a:off x="1569" y="3282"/>
                <a:ext cx="36" cy="99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0016" name="Text Box 131"/>
              <p:cNvSpPr txBox="1">
                <a:spLocks noChangeArrowheads="1"/>
              </p:cNvSpPr>
              <p:nvPr/>
            </p:nvSpPr>
            <p:spPr bwMode="auto">
              <a:xfrm>
                <a:off x="1008" y="3696"/>
                <a:ext cx="1392" cy="294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1pPr>
                <a:lvl2pPr marL="742950" indent="-28575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2pPr>
                <a:lvl3pPr marL="11430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3pPr>
                <a:lvl4pPr marL="16002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4pPr>
                <a:lvl5pPr marL="20574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5pPr>
                <a:lvl6pPr marL="2514600" indent="-2286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6pPr>
                <a:lvl7pPr marL="2971800" indent="-2286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7pPr>
                <a:lvl8pPr marL="3429000" indent="-2286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8pPr>
                <a:lvl9pPr marL="3886200" indent="-2286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9pPr>
              </a:lstStyle>
              <a:p>
                <a:pPr eaLnBrk="1" hangingPunct="1">
                  <a:lnSpc>
                    <a:spcPct val="100000"/>
                  </a:lnSpc>
                  <a:spcBef>
                    <a:spcPct val="50000"/>
                  </a:spcBef>
                  <a:buFontTx/>
                  <a:buNone/>
                </a:pPr>
                <a:r>
                  <a:rPr lang="en-US" sz="2400">
                    <a:solidFill>
                      <a:schemeClr val="tx2"/>
                    </a:solidFill>
                    <a:latin typeface="Times New Roman" panose="02020603050405020304" pitchFamily="18" charset="0"/>
                  </a:rPr>
                  <a:t>Resulting Heap</a:t>
                </a:r>
              </a:p>
            </p:txBody>
          </p:sp>
        </p:grpSp>
        <p:sp>
          <p:nvSpPr>
            <p:cNvPr id="151" name="TextBox 150"/>
            <p:cNvSpPr txBox="1"/>
            <p:nvPr/>
          </p:nvSpPr>
          <p:spPr>
            <a:xfrm>
              <a:off x="7086600" y="4114800"/>
              <a:ext cx="263525" cy="276225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>
                <a:defRPr/>
              </a:pPr>
              <a:r>
                <a:rPr lang="en-US" sz="1200" dirty="0">
                  <a:solidFill>
                    <a:srgbClr val="FF0000"/>
                  </a:solidFill>
                  <a:latin typeface="+mn-lt"/>
                </a:rPr>
                <a:t>1</a:t>
              </a:r>
            </a:p>
          </p:txBody>
        </p:sp>
        <p:sp>
          <p:nvSpPr>
            <p:cNvPr id="152" name="TextBox 151"/>
            <p:cNvSpPr txBox="1"/>
            <p:nvPr/>
          </p:nvSpPr>
          <p:spPr>
            <a:xfrm>
              <a:off x="5867400" y="4371975"/>
              <a:ext cx="263525" cy="276225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>
                <a:defRPr/>
              </a:pPr>
              <a:r>
                <a:rPr lang="en-US" sz="1200" dirty="0">
                  <a:solidFill>
                    <a:srgbClr val="FF0000"/>
                  </a:solidFill>
                  <a:latin typeface="+mn-lt"/>
                </a:rPr>
                <a:t>2</a:t>
              </a:r>
            </a:p>
          </p:txBody>
        </p:sp>
        <p:sp>
          <p:nvSpPr>
            <p:cNvPr id="153" name="TextBox 152"/>
            <p:cNvSpPr txBox="1"/>
            <p:nvPr/>
          </p:nvSpPr>
          <p:spPr>
            <a:xfrm>
              <a:off x="7737475" y="4448175"/>
              <a:ext cx="263525" cy="276225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>
                <a:defRPr/>
              </a:pPr>
              <a:r>
                <a:rPr lang="en-US" sz="1200" dirty="0">
                  <a:solidFill>
                    <a:srgbClr val="FF0000"/>
                  </a:solidFill>
                  <a:latin typeface="+mn-lt"/>
                </a:rPr>
                <a:t>3</a:t>
              </a:r>
            </a:p>
          </p:txBody>
        </p:sp>
        <p:sp>
          <p:nvSpPr>
            <p:cNvPr id="154" name="TextBox 153"/>
            <p:cNvSpPr txBox="1"/>
            <p:nvPr/>
          </p:nvSpPr>
          <p:spPr>
            <a:xfrm>
              <a:off x="5105400" y="4905375"/>
              <a:ext cx="263525" cy="276225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>
                <a:defRPr/>
              </a:pPr>
              <a:r>
                <a:rPr lang="en-US" sz="1200" dirty="0">
                  <a:solidFill>
                    <a:srgbClr val="FF0000"/>
                  </a:solidFill>
                  <a:latin typeface="+mn-lt"/>
                </a:rPr>
                <a:t>4</a:t>
              </a:r>
            </a:p>
          </p:txBody>
        </p:sp>
        <p:sp>
          <p:nvSpPr>
            <p:cNvPr id="155" name="TextBox 154"/>
            <p:cNvSpPr txBox="1"/>
            <p:nvPr/>
          </p:nvSpPr>
          <p:spPr>
            <a:xfrm>
              <a:off x="6553200" y="4876800"/>
              <a:ext cx="263525" cy="276225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>
                <a:defRPr/>
              </a:pPr>
              <a:r>
                <a:rPr lang="en-US" sz="1200" dirty="0">
                  <a:solidFill>
                    <a:srgbClr val="FF0000"/>
                  </a:solidFill>
                  <a:latin typeface="+mn-lt"/>
                </a:rPr>
                <a:t>5</a:t>
              </a:r>
            </a:p>
          </p:txBody>
        </p:sp>
        <p:sp>
          <p:nvSpPr>
            <p:cNvPr id="156" name="TextBox 155"/>
            <p:cNvSpPr txBox="1"/>
            <p:nvPr/>
          </p:nvSpPr>
          <p:spPr>
            <a:xfrm>
              <a:off x="7010400" y="4829175"/>
              <a:ext cx="263525" cy="276225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>
                <a:defRPr/>
              </a:pPr>
              <a:r>
                <a:rPr lang="en-US" sz="1200" dirty="0">
                  <a:solidFill>
                    <a:srgbClr val="FF0000"/>
                  </a:solidFill>
                  <a:latin typeface="+mn-lt"/>
                </a:rPr>
                <a:t>6</a:t>
              </a:r>
            </a:p>
          </p:txBody>
        </p:sp>
        <p:sp>
          <p:nvSpPr>
            <p:cNvPr id="157" name="TextBox 156"/>
            <p:cNvSpPr txBox="1"/>
            <p:nvPr/>
          </p:nvSpPr>
          <p:spPr>
            <a:xfrm>
              <a:off x="8042275" y="4876800"/>
              <a:ext cx="263525" cy="276225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>
                <a:defRPr/>
              </a:pPr>
              <a:r>
                <a:rPr lang="en-US" sz="1200" dirty="0">
                  <a:solidFill>
                    <a:srgbClr val="FF0000"/>
                  </a:solidFill>
                  <a:latin typeface="+mn-lt"/>
                </a:rPr>
                <a:t>7</a:t>
              </a:r>
            </a:p>
          </p:txBody>
        </p:sp>
        <p:sp>
          <p:nvSpPr>
            <p:cNvPr id="158" name="TextBox 157"/>
            <p:cNvSpPr txBox="1"/>
            <p:nvPr/>
          </p:nvSpPr>
          <p:spPr>
            <a:xfrm>
              <a:off x="4724400" y="5514975"/>
              <a:ext cx="263525" cy="276225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>
                <a:defRPr/>
              </a:pPr>
              <a:r>
                <a:rPr lang="en-US" sz="1200" dirty="0">
                  <a:solidFill>
                    <a:srgbClr val="FF0000"/>
                  </a:solidFill>
                  <a:latin typeface="+mn-lt"/>
                </a:rPr>
                <a:t>8</a:t>
              </a:r>
            </a:p>
          </p:txBody>
        </p:sp>
        <p:sp>
          <p:nvSpPr>
            <p:cNvPr id="159" name="TextBox 158"/>
            <p:cNvSpPr txBox="1"/>
            <p:nvPr/>
          </p:nvSpPr>
          <p:spPr>
            <a:xfrm>
              <a:off x="5943600" y="5334000"/>
              <a:ext cx="263525" cy="276225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>
                <a:defRPr/>
              </a:pPr>
              <a:r>
                <a:rPr lang="en-US" sz="1200" dirty="0">
                  <a:solidFill>
                    <a:srgbClr val="FF0000"/>
                  </a:solidFill>
                  <a:latin typeface="+mn-lt"/>
                </a:rPr>
                <a:t>9</a:t>
              </a:r>
            </a:p>
          </p:txBody>
        </p:sp>
        <p:sp>
          <p:nvSpPr>
            <p:cNvPr id="160" name="TextBox 159"/>
            <p:cNvSpPr txBox="1"/>
            <p:nvPr/>
          </p:nvSpPr>
          <p:spPr>
            <a:xfrm>
              <a:off x="6781800" y="5514975"/>
              <a:ext cx="341313" cy="276225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>
                <a:defRPr/>
              </a:pPr>
              <a:r>
                <a:rPr lang="en-US" sz="1200" dirty="0">
                  <a:solidFill>
                    <a:srgbClr val="FF0000"/>
                  </a:solidFill>
                  <a:latin typeface="+mn-lt"/>
                </a:rPr>
                <a:t>10</a:t>
              </a:r>
            </a:p>
          </p:txBody>
        </p:sp>
      </p:grpSp>
      <p:grpSp>
        <p:nvGrpSpPr>
          <p:cNvPr id="6" name="Group 5"/>
          <p:cNvGrpSpPr/>
          <p:nvPr/>
        </p:nvGrpSpPr>
        <p:grpSpPr>
          <a:xfrm>
            <a:off x="6477000" y="1524001"/>
            <a:ext cx="3581400" cy="1738313"/>
            <a:chOff x="4953000" y="1524000"/>
            <a:chExt cx="3581400" cy="1738313"/>
          </a:xfrm>
        </p:grpSpPr>
        <p:grpSp>
          <p:nvGrpSpPr>
            <p:cNvPr id="3" name="Group 2"/>
            <p:cNvGrpSpPr/>
            <p:nvPr/>
          </p:nvGrpSpPr>
          <p:grpSpPr>
            <a:xfrm>
              <a:off x="4953000" y="1524000"/>
              <a:ext cx="3581400" cy="1738313"/>
              <a:chOff x="4953000" y="1524000"/>
              <a:chExt cx="3581400" cy="1738313"/>
            </a:xfrm>
          </p:grpSpPr>
          <p:grpSp>
            <p:nvGrpSpPr>
              <p:cNvPr id="33882" name="Group 90"/>
              <p:cNvGrpSpPr>
                <a:grpSpLocks/>
              </p:cNvGrpSpPr>
              <p:nvPr/>
            </p:nvGrpSpPr>
            <p:grpSpPr bwMode="auto">
              <a:xfrm>
                <a:off x="5181600" y="1600200"/>
                <a:ext cx="3276600" cy="1662113"/>
                <a:chOff x="3264" y="1008"/>
                <a:chExt cx="2064" cy="1047"/>
              </a:xfrm>
            </p:grpSpPr>
            <p:sp>
              <p:nvSpPr>
                <p:cNvPr id="24628" name="Oval 49"/>
                <p:cNvSpPr>
                  <a:spLocks noChangeArrowheads="1"/>
                </p:cNvSpPr>
                <p:nvPr/>
              </p:nvSpPr>
              <p:spPr bwMode="auto">
                <a:xfrm>
                  <a:off x="4317" y="1008"/>
                  <a:ext cx="324" cy="205"/>
                </a:xfrm>
                <a:prstGeom prst="ellipse">
                  <a:avLst/>
                </a:prstGeom>
                <a:solidFill>
                  <a:schemeClr val="accent1">
                    <a:lumMod val="60000"/>
                    <a:lumOff val="40000"/>
                  </a:schemeClr>
                </a:solidFill>
                <a:ln w="1270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>
                  <a:lvl1pPr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9pPr>
                </a:lstStyle>
                <a:p>
                  <a:pPr eaLnBrk="1" hangingPunct="1">
                    <a:defRPr/>
                  </a:pPr>
                  <a:endParaRPr lang="en-US"/>
                </a:p>
              </p:txBody>
            </p:sp>
            <p:sp>
              <p:nvSpPr>
                <p:cNvPr id="40018" name="Rectangle 50"/>
                <p:cNvSpPr>
                  <a:spLocks noChangeArrowheads="1"/>
                </p:cNvSpPr>
                <p:nvPr/>
              </p:nvSpPr>
              <p:spPr bwMode="auto">
                <a:xfrm>
                  <a:off x="4417" y="1062"/>
                  <a:ext cx="152" cy="129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>
                  <a:lvl1pPr>
                    <a:lnSpc>
                      <a:spcPct val="90000"/>
                    </a:lnSpc>
                    <a:spcBef>
                      <a:spcPts val="1000"/>
                    </a:spcBef>
                    <a:buFont typeface="Arial" panose="020B0604020202020204" pitchFamily="34" charset="0"/>
                    <a:buChar char="•"/>
                    <a:defRPr sz="28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1pPr>
                  <a:lvl2pPr marL="742950" indent="-285750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24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2pPr>
                  <a:lvl3pPr marL="1143000" indent="-228600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3pPr>
                  <a:lvl4pPr marL="1600200" indent="-228600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4pPr>
                  <a:lvl5pPr marL="2057400" indent="-228600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5pPr>
                  <a:lvl6pPr marL="2514600" indent="-228600" eaLnBrk="0" fontAlgn="base" hangingPunct="0">
                    <a:lnSpc>
                      <a:spcPct val="90000"/>
                    </a:lnSpc>
                    <a:spcBef>
                      <a:spcPts val="5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•"/>
                    <a:defRPr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6pPr>
                  <a:lvl7pPr marL="2971800" indent="-228600" eaLnBrk="0" fontAlgn="base" hangingPunct="0">
                    <a:lnSpc>
                      <a:spcPct val="90000"/>
                    </a:lnSpc>
                    <a:spcBef>
                      <a:spcPts val="5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•"/>
                    <a:defRPr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7pPr>
                  <a:lvl8pPr marL="3429000" indent="-228600" eaLnBrk="0" fontAlgn="base" hangingPunct="0">
                    <a:lnSpc>
                      <a:spcPct val="90000"/>
                    </a:lnSpc>
                    <a:spcBef>
                      <a:spcPts val="5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•"/>
                    <a:defRPr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8pPr>
                  <a:lvl9pPr marL="3886200" indent="-228600" eaLnBrk="0" fontAlgn="base" hangingPunct="0">
                    <a:lnSpc>
                      <a:spcPct val="90000"/>
                    </a:lnSpc>
                    <a:spcBef>
                      <a:spcPts val="5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•"/>
                    <a:defRPr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9pPr>
                </a:lstStyle>
                <a:p>
                  <a:pPr eaLnBrk="1" hangingPunct="1">
                    <a:lnSpc>
                      <a:spcPct val="100000"/>
                    </a:lnSpc>
                    <a:spcBef>
                      <a:spcPct val="0"/>
                    </a:spcBef>
                    <a:buFontTx/>
                    <a:buNone/>
                  </a:pPr>
                  <a:endParaRPr lang="en-US" sz="2400">
                    <a:latin typeface="Tahoma" panose="020B0604030504040204" pitchFamily="34" charset="0"/>
                  </a:endParaRPr>
                </a:p>
              </p:txBody>
            </p:sp>
            <p:sp>
              <p:nvSpPr>
                <p:cNvPr id="40019" name="Rectangle 51"/>
                <p:cNvSpPr>
                  <a:spLocks noChangeArrowheads="1"/>
                </p:cNvSpPr>
                <p:nvPr/>
              </p:nvSpPr>
              <p:spPr bwMode="auto">
                <a:xfrm>
                  <a:off x="4417" y="1064"/>
                  <a:ext cx="128" cy="154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lIns="0" tIns="0" rIns="0" bIns="0">
                  <a:spAutoFit/>
                </a:bodyPr>
                <a:lstStyle>
                  <a:lvl1pPr>
                    <a:lnSpc>
                      <a:spcPct val="90000"/>
                    </a:lnSpc>
                    <a:spcBef>
                      <a:spcPts val="1000"/>
                    </a:spcBef>
                    <a:buFont typeface="Arial" panose="020B0604020202020204" pitchFamily="34" charset="0"/>
                    <a:buChar char="•"/>
                    <a:defRPr sz="28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1pPr>
                  <a:lvl2pPr marL="742950" indent="-285750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24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2pPr>
                  <a:lvl3pPr marL="1143000" indent="-228600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3pPr>
                  <a:lvl4pPr marL="1600200" indent="-228600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4pPr>
                  <a:lvl5pPr marL="2057400" indent="-228600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5pPr>
                  <a:lvl6pPr marL="2514600" indent="-228600" eaLnBrk="0" fontAlgn="base" hangingPunct="0">
                    <a:lnSpc>
                      <a:spcPct val="90000"/>
                    </a:lnSpc>
                    <a:spcBef>
                      <a:spcPts val="5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•"/>
                    <a:defRPr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6pPr>
                  <a:lvl7pPr marL="2971800" indent="-228600" eaLnBrk="0" fontAlgn="base" hangingPunct="0">
                    <a:lnSpc>
                      <a:spcPct val="90000"/>
                    </a:lnSpc>
                    <a:spcBef>
                      <a:spcPts val="5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•"/>
                    <a:defRPr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7pPr>
                  <a:lvl8pPr marL="3429000" indent="-228600" eaLnBrk="0" fontAlgn="base" hangingPunct="0">
                    <a:lnSpc>
                      <a:spcPct val="90000"/>
                    </a:lnSpc>
                    <a:spcBef>
                      <a:spcPts val="5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•"/>
                    <a:defRPr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8pPr>
                  <a:lvl9pPr marL="3886200" indent="-228600" eaLnBrk="0" fontAlgn="base" hangingPunct="0">
                    <a:lnSpc>
                      <a:spcPct val="90000"/>
                    </a:lnSpc>
                    <a:spcBef>
                      <a:spcPts val="5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•"/>
                    <a:defRPr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9pPr>
                </a:lstStyle>
                <a:p>
                  <a:pPr eaLnBrk="1" hangingPunct="1">
                    <a:lnSpc>
                      <a:spcPct val="100000"/>
                    </a:lnSpc>
                    <a:spcBef>
                      <a:spcPct val="0"/>
                    </a:spcBef>
                    <a:buFontTx/>
                    <a:buNone/>
                  </a:pPr>
                  <a:r>
                    <a:rPr lang="en-US" sz="1600">
                      <a:solidFill>
                        <a:srgbClr val="000000"/>
                      </a:solidFill>
                      <a:latin typeface="Times New Roman" panose="02020603050405020304" pitchFamily="18" charset="0"/>
                    </a:rPr>
                    <a:t>24</a:t>
                  </a:r>
                  <a:endParaRPr lang="en-US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24631" name="Oval 52"/>
                <p:cNvSpPr>
                  <a:spLocks noChangeArrowheads="1"/>
                </p:cNvSpPr>
                <p:nvPr/>
              </p:nvSpPr>
              <p:spPr bwMode="auto">
                <a:xfrm>
                  <a:off x="3858" y="1290"/>
                  <a:ext cx="322" cy="203"/>
                </a:xfrm>
                <a:prstGeom prst="ellipse">
                  <a:avLst/>
                </a:prstGeom>
                <a:solidFill>
                  <a:schemeClr val="accent1">
                    <a:lumMod val="60000"/>
                    <a:lumOff val="40000"/>
                  </a:schemeClr>
                </a:solidFill>
                <a:ln w="1270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>
                  <a:lvl1pPr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9pPr>
                </a:lstStyle>
                <a:p>
                  <a:pPr eaLnBrk="1" hangingPunct="1">
                    <a:defRPr/>
                  </a:pPr>
                  <a:endParaRPr lang="en-US"/>
                </a:p>
              </p:txBody>
            </p:sp>
            <p:sp>
              <p:nvSpPr>
                <p:cNvPr id="40021" name="Rectangle 53"/>
                <p:cNvSpPr>
                  <a:spLocks noChangeArrowheads="1"/>
                </p:cNvSpPr>
                <p:nvPr/>
              </p:nvSpPr>
              <p:spPr bwMode="auto">
                <a:xfrm>
                  <a:off x="3958" y="1344"/>
                  <a:ext cx="152" cy="129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>
                  <a:lvl1pPr>
                    <a:lnSpc>
                      <a:spcPct val="90000"/>
                    </a:lnSpc>
                    <a:spcBef>
                      <a:spcPts val="1000"/>
                    </a:spcBef>
                    <a:buFont typeface="Arial" panose="020B0604020202020204" pitchFamily="34" charset="0"/>
                    <a:buChar char="•"/>
                    <a:defRPr sz="28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1pPr>
                  <a:lvl2pPr marL="742950" indent="-285750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24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2pPr>
                  <a:lvl3pPr marL="1143000" indent="-228600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3pPr>
                  <a:lvl4pPr marL="1600200" indent="-228600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4pPr>
                  <a:lvl5pPr marL="2057400" indent="-228600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5pPr>
                  <a:lvl6pPr marL="2514600" indent="-228600" eaLnBrk="0" fontAlgn="base" hangingPunct="0">
                    <a:lnSpc>
                      <a:spcPct val="90000"/>
                    </a:lnSpc>
                    <a:spcBef>
                      <a:spcPts val="5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•"/>
                    <a:defRPr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6pPr>
                  <a:lvl7pPr marL="2971800" indent="-228600" eaLnBrk="0" fontAlgn="base" hangingPunct="0">
                    <a:lnSpc>
                      <a:spcPct val="90000"/>
                    </a:lnSpc>
                    <a:spcBef>
                      <a:spcPts val="5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•"/>
                    <a:defRPr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7pPr>
                  <a:lvl8pPr marL="3429000" indent="-228600" eaLnBrk="0" fontAlgn="base" hangingPunct="0">
                    <a:lnSpc>
                      <a:spcPct val="90000"/>
                    </a:lnSpc>
                    <a:spcBef>
                      <a:spcPts val="5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•"/>
                    <a:defRPr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8pPr>
                  <a:lvl9pPr marL="3886200" indent="-228600" eaLnBrk="0" fontAlgn="base" hangingPunct="0">
                    <a:lnSpc>
                      <a:spcPct val="90000"/>
                    </a:lnSpc>
                    <a:spcBef>
                      <a:spcPts val="5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•"/>
                    <a:defRPr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9pPr>
                </a:lstStyle>
                <a:p>
                  <a:pPr eaLnBrk="1" hangingPunct="1">
                    <a:lnSpc>
                      <a:spcPct val="100000"/>
                    </a:lnSpc>
                    <a:spcBef>
                      <a:spcPct val="0"/>
                    </a:spcBef>
                    <a:buFontTx/>
                    <a:buNone/>
                  </a:pPr>
                  <a:endParaRPr lang="en-US" sz="2400">
                    <a:latin typeface="Tahoma" panose="020B0604030504040204" pitchFamily="34" charset="0"/>
                  </a:endParaRPr>
                </a:p>
              </p:txBody>
            </p:sp>
            <p:sp>
              <p:nvSpPr>
                <p:cNvPr id="40022" name="Rectangle 54"/>
                <p:cNvSpPr>
                  <a:spLocks noChangeArrowheads="1"/>
                </p:cNvSpPr>
                <p:nvPr/>
              </p:nvSpPr>
              <p:spPr bwMode="auto">
                <a:xfrm>
                  <a:off x="3958" y="1343"/>
                  <a:ext cx="128" cy="154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lIns="0" tIns="0" rIns="0" bIns="0">
                  <a:spAutoFit/>
                </a:bodyPr>
                <a:lstStyle>
                  <a:lvl1pPr>
                    <a:lnSpc>
                      <a:spcPct val="90000"/>
                    </a:lnSpc>
                    <a:spcBef>
                      <a:spcPts val="1000"/>
                    </a:spcBef>
                    <a:buFont typeface="Arial" panose="020B0604020202020204" pitchFamily="34" charset="0"/>
                    <a:buChar char="•"/>
                    <a:defRPr sz="28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1pPr>
                  <a:lvl2pPr marL="742950" indent="-285750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24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2pPr>
                  <a:lvl3pPr marL="1143000" indent="-228600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3pPr>
                  <a:lvl4pPr marL="1600200" indent="-228600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4pPr>
                  <a:lvl5pPr marL="2057400" indent="-228600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5pPr>
                  <a:lvl6pPr marL="2514600" indent="-228600" eaLnBrk="0" fontAlgn="base" hangingPunct="0">
                    <a:lnSpc>
                      <a:spcPct val="90000"/>
                    </a:lnSpc>
                    <a:spcBef>
                      <a:spcPts val="5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•"/>
                    <a:defRPr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6pPr>
                  <a:lvl7pPr marL="2971800" indent="-228600" eaLnBrk="0" fontAlgn="base" hangingPunct="0">
                    <a:lnSpc>
                      <a:spcPct val="90000"/>
                    </a:lnSpc>
                    <a:spcBef>
                      <a:spcPts val="5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•"/>
                    <a:defRPr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7pPr>
                  <a:lvl8pPr marL="3429000" indent="-228600" eaLnBrk="0" fontAlgn="base" hangingPunct="0">
                    <a:lnSpc>
                      <a:spcPct val="90000"/>
                    </a:lnSpc>
                    <a:spcBef>
                      <a:spcPts val="5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•"/>
                    <a:defRPr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8pPr>
                  <a:lvl9pPr marL="3886200" indent="-228600" eaLnBrk="0" fontAlgn="base" hangingPunct="0">
                    <a:lnSpc>
                      <a:spcPct val="90000"/>
                    </a:lnSpc>
                    <a:spcBef>
                      <a:spcPts val="5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•"/>
                    <a:defRPr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9pPr>
                </a:lstStyle>
                <a:p>
                  <a:pPr eaLnBrk="1" hangingPunct="1">
                    <a:lnSpc>
                      <a:spcPct val="100000"/>
                    </a:lnSpc>
                    <a:spcBef>
                      <a:spcPct val="0"/>
                    </a:spcBef>
                    <a:buFontTx/>
                    <a:buNone/>
                  </a:pPr>
                  <a:r>
                    <a:rPr lang="en-US" sz="1600" dirty="0">
                      <a:solidFill>
                        <a:srgbClr val="000000"/>
                      </a:solidFill>
                      <a:latin typeface="Times New Roman" panose="02020603050405020304" pitchFamily="18" charset="0"/>
                    </a:rPr>
                    <a:t>21</a:t>
                  </a:r>
                  <a:endParaRPr lang="en-US" dirty="0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24634" name="Oval 55"/>
                <p:cNvSpPr>
                  <a:spLocks noChangeArrowheads="1"/>
                </p:cNvSpPr>
                <p:nvPr/>
              </p:nvSpPr>
              <p:spPr bwMode="auto">
                <a:xfrm>
                  <a:off x="4778" y="1302"/>
                  <a:ext cx="317" cy="205"/>
                </a:xfrm>
                <a:prstGeom prst="ellipse">
                  <a:avLst/>
                </a:prstGeom>
                <a:solidFill>
                  <a:schemeClr val="accent1">
                    <a:lumMod val="60000"/>
                    <a:lumOff val="40000"/>
                  </a:schemeClr>
                </a:solidFill>
                <a:ln w="1270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>
                  <a:lvl1pPr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9pPr>
                </a:lstStyle>
                <a:p>
                  <a:pPr eaLnBrk="1" hangingPunct="1">
                    <a:defRPr/>
                  </a:pPr>
                  <a:endParaRPr lang="en-US"/>
                </a:p>
              </p:txBody>
            </p:sp>
            <p:sp>
              <p:nvSpPr>
                <p:cNvPr id="40024" name="Rectangle 56"/>
                <p:cNvSpPr>
                  <a:spLocks noChangeArrowheads="1"/>
                </p:cNvSpPr>
                <p:nvPr/>
              </p:nvSpPr>
              <p:spPr bwMode="auto">
                <a:xfrm>
                  <a:off x="4878" y="1356"/>
                  <a:ext cx="150" cy="129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>
                  <a:lvl1pPr>
                    <a:lnSpc>
                      <a:spcPct val="90000"/>
                    </a:lnSpc>
                    <a:spcBef>
                      <a:spcPts val="1000"/>
                    </a:spcBef>
                    <a:buFont typeface="Arial" panose="020B0604020202020204" pitchFamily="34" charset="0"/>
                    <a:buChar char="•"/>
                    <a:defRPr sz="28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1pPr>
                  <a:lvl2pPr marL="742950" indent="-285750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24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2pPr>
                  <a:lvl3pPr marL="1143000" indent="-228600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3pPr>
                  <a:lvl4pPr marL="1600200" indent="-228600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4pPr>
                  <a:lvl5pPr marL="2057400" indent="-228600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5pPr>
                  <a:lvl6pPr marL="2514600" indent="-228600" eaLnBrk="0" fontAlgn="base" hangingPunct="0">
                    <a:lnSpc>
                      <a:spcPct val="90000"/>
                    </a:lnSpc>
                    <a:spcBef>
                      <a:spcPts val="5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•"/>
                    <a:defRPr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6pPr>
                  <a:lvl7pPr marL="2971800" indent="-228600" eaLnBrk="0" fontAlgn="base" hangingPunct="0">
                    <a:lnSpc>
                      <a:spcPct val="90000"/>
                    </a:lnSpc>
                    <a:spcBef>
                      <a:spcPts val="5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•"/>
                    <a:defRPr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7pPr>
                  <a:lvl8pPr marL="3429000" indent="-228600" eaLnBrk="0" fontAlgn="base" hangingPunct="0">
                    <a:lnSpc>
                      <a:spcPct val="90000"/>
                    </a:lnSpc>
                    <a:spcBef>
                      <a:spcPts val="5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•"/>
                    <a:defRPr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8pPr>
                  <a:lvl9pPr marL="3886200" indent="-228600" eaLnBrk="0" fontAlgn="base" hangingPunct="0">
                    <a:lnSpc>
                      <a:spcPct val="90000"/>
                    </a:lnSpc>
                    <a:spcBef>
                      <a:spcPts val="5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•"/>
                    <a:defRPr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9pPr>
                </a:lstStyle>
                <a:p>
                  <a:pPr eaLnBrk="1" hangingPunct="1">
                    <a:lnSpc>
                      <a:spcPct val="100000"/>
                    </a:lnSpc>
                    <a:spcBef>
                      <a:spcPct val="0"/>
                    </a:spcBef>
                    <a:buFontTx/>
                    <a:buNone/>
                  </a:pPr>
                  <a:endParaRPr lang="en-US" sz="2400">
                    <a:latin typeface="Tahoma" panose="020B0604030504040204" pitchFamily="34" charset="0"/>
                  </a:endParaRPr>
                </a:p>
              </p:txBody>
            </p:sp>
            <p:sp>
              <p:nvSpPr>
                <p:cNvPr id="40025" name="Rectangle 57"/>
                <p:cNvSpPr>
                  <a:spLocks noChangeArrowheads="1"/>
                </p:cNvSpPr>
                <p:nvPr/>
              </p:nvSpPr>
              <p:spPr bwMode="auto">
                <a:xfrm>
                  <a:off x="4878" y="1357"/>
                  <a:ext cx="128" cy="154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lIns="0" tIns="0" rIns="0" bIns="0">
                  <a:spAutoFit/>
                </a:bodyPr>
                <a:lstStyle>
                  <a:lvl1pPr>
                    <a:lnSpc>
                      <a:spcPct val="90000"/>
                    </a:lnSpc>
                    <a:spcBef>
                      <a:spcPts val="1000"/>
                    </a:spcBef>
                    <a:buFont typeface="Arial" panose="020B0604020202020204" pitchFamily="34" charset="0"/>
                    <a:buChar char="•"/>
                    <a:defRPr sz="28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1pPr>
                  <a:lvl2pPr marL="742950" indent="-285750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24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2pPr>
                  <a:lvl3pPr marL="1143000" indent="-228600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3pPr>
                  <a:lvl4pPr marL="1600200" indent="-228600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4pPr>
                  <a:lvl5pPr marL="2057400" indent="-228600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5pPr>
                  <a:lvl6pPr marL="2514600" indent="-228600" eaLnBrk="0" fontAlgn="base" hangingPunct="0">
                    <a:lnSpc>
                      <a:spcPct val="90000"/>
                    </a:lnSpc>
                    <a:spcBef>
                      <a:spcPts val="5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•"/>
                    <a:defRPr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6pPr>
                  <a:lvl7pPr marL="2971800" indent="-228600" eaLnBrk="0" fontAlgn="base" hangingPunct="0">
                    <a:lnSpc>
                      <a:spcPct val="90000"/>
                    </a:lnSpc>
                    <a:spcBef>
                      <a:spcPts val="5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•"/>
                    <a:defRPr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7pPr>
                  <a:lvl8pPr marL="3429000" indent="-228600" eaLnBrk="0" fontAlgn="base" hangingPunct="0">
                    <a:lnSpc>
                      <a:spcPct val="90000"/>
                    </a:lnSpc>
                    <a:spcBef>
                      <a:spcPts val="5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•"/>
                    <a:defRPr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8pPr>
                  <a:lvl9pPr marL="3886200" indent="-228600" eaLnBrk="0" fontAlgn="base" hangingPunct="0">
                    <a:lnSpc>
                      <a:spcPct val="90000"/>
                    </a:lnSpc>
                    <a:spcBef>
                      <a:spcPts val="5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•"/>
                    <a:defRPr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9pPr>
                </a:lstStyle>
                <a:p>
                  <a:pPr eaLnBrk="1" hangingPunct="1">
                    <a:lnSpc>
                      <a:spcPct val="100000"/>
                    </a:lnSpc>
                    <a:spcBef>
                      <a:spcPct val="0"/>
                    </a:spcBef>
                    <a:buFontTx/>
                    <a:buNone/>
                  </a:pPr>
                  <a:r>
                    <a:rPr lang="en-US" sz="1600">
                      <a:solidFill>
                        <a:srgbClr val="000000"/>
                      </a:solidFill>
                      <a:latin typeface="Times New Roman" panose="02020603050405020304" pitchFamily="18" charset="0"/>
                    </a:rPr>
                    <a:t>19</a:t>
                  </a:r>
                  <a:endParaRPr lang="en-US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24637" name="Oval 58"/>
                <p:cNvSpPr>
                  <a:spLocks noChangeArrowheads="1"/>
                </p:cNvSpPr>
                <p:nvPr/>
              </p:nvSpPr>
              <p:spPr bwMode="auto">
                <a:xfrm>
                  <a:off x="3511" y="1539"/>
                  <a:ext cx="300" cy="207"/>
                </a:xfrm>
                <a:prstGeom prst="ellipse">
                  <a:avLst/>
                </a:prstGeom>
                <a:solidFill>
                  <a:schemeClr val="accent2">
                    <a:lumMod val="60000"/>
                    <a:lumOff val="40000"/>
                  </a:schemeClr>
                </a:solidFill>
                <a:ln w="1270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>
                  <a:lvl1pPr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9pPr>
                </a:lstStyle>
                <a:p>
                  <a:pPr eaLnBrk="1" hangingPunct="1">
                    <a:defRPr/>
                  </a:pPr>
                  <a:endParaRPr lang="en-US"/>
                </a:p>
              </p:txBody>
            </p:sp>
            <p:sp>
              <p:nvSpPr>
                <p:cNvPr id="40027" name="Rectangle 59"/>
                <p:cNvSpPr>
                  <a:spLocks noChangeArrowheads="1"/>
                </p:cNvSpPr>
                <p:nvPr/>
              </p:nvSpPr>
              <p:spPr bwMode="auto">
                <a:xfrm>
                  <a:off x="3608" y="1595"/>
                  <a:ext cx="152" cy="129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>
                  <a:lvl1pPr>
                    <a:lnSpc>
                      <a:spcPct val="90000"/>
                    </a:lnSpc>
                    <a:spcBef>
                      <a:spcPts val="1000"/>
                    </a:spcBef>
                    <a:buFont typeface="Arial" panose="020B0604020202020204" pitchFamily="34" charset="0"/>
                    <a:buChar char="•"/>
                    <a:defRPr sz="28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1pPr>
                  <a:lvl2pPr marL="742950" indent="-285750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24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2pPr>
                  <a:lvl3pPr marL="1143000" indent="-228600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3pPr>
                  <a:lvl4pPr marL="1600200" indent="-228600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4pPr>
                  <a:lvl5pPr marL="2057400" indent="-228600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5pPr>
                  <a:lvl6pPr marL="2514600" indent="-228600" eaLnBrk="0" fontAlgn="base" hangingPunct="0">
                    <a:lnSpc>
                      <a:spcPct val="90000"/>
                    </a:lnSpc>
                    <a:spcBef>
                      <a:spcPts val="5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•"/>
                    <a:defRPr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6pPr>
                  <a:lvl7pPr marL="2971800" indent="-228600" eaLnBrk="0" fontAlgn="base" hangingPunct="0">
                    <a:lnSpc>
                      <a:spcPct val="90000"/>
                    </a:lnSpc>
                    <a:spcBef>
                      <a:spcPts val="5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•"/>
                    <a:defRPr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7pPr>
                  <a:lvl8pPr marL="3429000" indent="-228600" eaLnBrk="0" fontAlgn="base" hangingPunct="0">
                    <a:lnSpc>
                      <a:spcPct val="90000"/>
                    </a:lnSpc>
                    <a:spcBef>
                      <a:spcPts val="5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•"/>
                    <a:defRPr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8pPr>
                  <a:lvl9pPr marL="3886200" indent="-228600" eaLnBrk="0" fontAlgn="base" hangingPunct="0">
                    <a:lnSpc>
                      <a:spcPct val="90000"/>
                    </a:lnSpc>
                    <a:spcBef>
                      <a:spcPts val="5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•"/>
                    <a:defRPr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9pPr>
                </a:lstStyle>
                <a:p>
                  <a:pPr eaLnBrk="1" hangingPunct="1">
                    <a:lnSpc>
                      <a:spcPct val="100000"/>
                    </a:lnSpc>
                    <a:spcBef>
                      <a:spcPct val="0"/>
                    </a:spcBef>
                    <a:buFontTx/>
                    <a:buNone/>
                  </a:pPr>
                  <a:endParaRPr lang="en-US" sz="2400">
                    <a:latin typeface="Tahoma" panose="020B0604030504040204" pitchFamily="34" charset="0"/>
                  </a:endParaRPr>
                </a:p>
              </p:txBody>
            </p:sp>
            <p:sp>
              <p:nvSpPr>
                <p:cNvPr id="40028" name="Rectangle 60"/>
                <p:cNvSpPr>
                  <a:spLocks noChangeArrowheads="1"/>
                </p:cNvSpPr>
                <p:nvPr/>
              </p:nvSpPr>
              <p:spPr bwMode="auto">
                <a:xfrm>
                  <a:off x="3608" y="1595"/>
                  <a:ext cx="64" cy="154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lIns="0" tIns="0" rIns="0" bIns="0">
                  <a:spAutoFit/>
                </a:bodyPr>
                <a:lstStyle>
                  <a:lvl1pPr>
                    <a:lnSpc>
                      <a:spcPct val="90000"/>
                    </a:lnSpc>
                    <a:spcBef>
                      <a:spcPts val="1000"/>
                    </a:spcBef>
                    <a:buFont typeface="Arial" panose="020B0604020202020204" pitchFamily="34" charset="0"/>
                    <a:buChar char="•"/>
                    <a:defRPr sz="28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1pPr>
                  <a:lvl2pPr marL="742950" indent="-285750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24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2pPr>
                  <a:lvl3pPr marL="1143000" indent="-228600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3pPr>
                  <a:lvl4pPr marL="1600200" indent="-228600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4pPr>
                  <a:lvl5pPr marL="2057400" indent="-228600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5pPr>
                  <a:lvl6pPr marL="2514600" indent="-228600" eaLnBrk="0" fontAlgn="base" hangingPunct="0">
                    <a:lnSpc>
                      <a:spcPct val="90000"/>
                    </a:lnSpc>
                    <a:spcBef>
                      <a:spcPts val="5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•"/>
                    <a:defRPr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6pPr>
                  <a:lvl7pPr marL="2971800" indent="-228600" eaLnBrk="0" fontAlgn="base" hangingPunct="0">
                    <a:lnSpc>
                      <a:spcPct val="90000"/>
                    </a:lnSpc>
                    <a:spcBef>
                      <a:spcPts val="5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•"/>
                    <a:defRPr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7pPr>
                  <a:lvl8pPr marL="3429000" indent="-228600" eaLnBrk="0" fontAlgn="base" hangingPunct="0">
                    <a:lnSpc>
                      <a:spcPct val="90000"/>
                    </a:lnSpc>
                    <a:spcBef>
                      <a:spcPts val="5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•"/>
                    <a:defRPr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8pPr>
                  <a:lvl9pPr marL="3886200" indent="-228600" eaLnBrk="0" fontAlgn="base" hangingPunct="0">
                    <a:lnSpc>
                      <a:spcPct val="90000"/>
                    </a:lnSpc>
                    <a:spcBef>
                      <a:spcPts val="5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•"/>
                    <a:defRPr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9pPr>
                </a:lstStyle>
                <a:p>
                  <a:pPr eaLnBrk="1" hangingPunct="1">
                    <a:lnSpc>
                      <a:spcPct val="100000"/>
                    </a:lnSpc>
                    <a:spcBef>
                      <a:spcPct val="0"/>
                    </a:spcBef>
                    <a:buFontTx/>
                    <a:buNone/>
                  </a:pPr>
                  <a:r>
                    <a:rPr lang="en-US" sz="1600">
                      <a:solidFill>
                        <a:srgbClr val="000000"/>
                      </a:solidFill>
                      <a:latin typeface="Times New Roman" panose="02020603050405020304" pitchFamily="18" charset="0"/>
                    </a:rPr>
                    <a:t>7</a:t>
                  </a:r>
                  <a:endParaRPr lang="en-US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24640" name="Oval 61"/>
                <p:cNvSpPr>
                  <a:spLocks noChangeArrowheads="1"/>
                </p:cNvSpPr>
                <p:nvPr/>
              </p:nvSpPr>
              <p:spPr bwMode="auto">
                <a:xfrm>
                  <a:off x="4184" y="1557"/>
                  <a:ext cx="321" cy="205"/>
                </a:xfrm>
                <a:prstGeom prst="ellipse">
                  <a:avLst/>
                </a:prstGeom>
                <a:solidFill>
                  <a:schemeClr val="accent1">
                    <a:lumMod val="60000"/>
                    <a:lumOff val="40000"/>
                  </a:schemeClr>
                </a:solidFill>
                <a:ln w="1270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>
                  <a:lvl1pPr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9pPr>
                </a:lstStyle>
                <a:p>
                  <a:pPr eaLnBrk="1" hangingPunct="1">
                    <a:defRPr/>
                  </a:pPr>
                  <a:endParaRPr lang="en-US"/>
                </a:p>
              </p:txBody>
            </p:sp>
            <p:sp>
              <p:nvSpPr>
                <p:cNvPr id="40030" name="Rectangle 62"/>
                <p:cNvSpPr>
                  <a:spLocks noChangeArrowheads="1"/>
                </p:cNvSpPr>
                <p:nvPr/>
              </p:nvSpPr>
              <p:spPr bwMode="auto">
                <a:xfrm>
                  <a:off x="4285" y="1612"/>
                  <a:ext cx="151" cy="131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>
                  <a:lvl1pPr>
                    <a:lnSpc>
                      <a:spcPct val="90000"/>
                    </a:lnSpc>
                    <a:spcBef>
                      <a:spcPts val="1000"/>
                    </a:spcBef>
                    <a:buFont typeface="Arial" panose="020B0604020202020204" pitchFamily="34" charset="0"/>
                    <a:buChar char="•"/>
                    <a:defRPr sz="28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1pPr>
                  <a:lvl2pPr marL="742950" indent="-285750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24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2pPr>
                  <a:lvl3pPr marL="1143000" indent="-228600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3pPr>
                  <a:lvl4pPr marL="1600200" indent="-228600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4pPr>
                  <a:lvl5pPr marL="2057400" indent="-228600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5pPr>
                  <a:lvl6pPr marL="2514600" indent="-228600" eaLnBrk="0" fontAlgn="base" hangingPunct="0">
                    <a:lnSpc>
                      <a:spcPct val="90000"/>
                    </a:lnSpc>
                    <a:spcBef>
                      <a:spcPts val="5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•"/>
                    <a:defRPr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6pPr>
                  <a:lvl7pPr marL="2971800" indent="-228600" eaLnBrk="0" fontAlgn="base" hangingPunct="0">
                    <a:lnSpc>
                      <a:spcPct val="90000"/>
                    </a:lnSpc>
                    <a:spcBef>
                      <a:spcPts val="5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•"/>
                    <a:defRPr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7pPr>
                  <a:lvl8pPr marL="3429000" indent="-228600" eaLnBrk="0" fontAlgn="base" hangingPunct="0">
                    <a:lnSpc>
                      <a:spcPct val="90000"/>
                    </a:lnSpc>
                    <a:spcBef>
                      <a:spcPts val="5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•"/>
                    <a:defRPr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8pPr>
                  <a:lvl9pPr marL="3886200" indent="-228600" eaLnBrk="0" fontAlgn="base" hangingPunct="0">
                    <a:lnSpc>
                      <a:spcPct val="90000"/>
                    </a:lnSpc>
                    <a:spcBef>
                      <a:spcPts val="5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•"/>
                    <a:defRPr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9pPr>
                </a:lstStyle>
                <a:p>
                  <a:pPr eaLnBrk="1" hangingPunct="1">
                    <a:lnSpc>
                      <a:spcPct val="100000"/>
                    </a:lnSpc>
                    <a:spcBef>
                      <a:spcPct val="0"/>
                    </a:spcBef>
                    <a:buFontTx/>
                    <a:buNone/>
                  </a:pPr>
                  <a:endParaRPr lang="en-US" sz="2400">
                    <a:latin typeface="Tahoma" panose="020B0604030504040204" pitchFamily="34" charset="0"/>
                  </a:endParaRPr>
                </a:p>
              </p:txBody>
            </p:sp>
            <p:sp>
              <p:nvSpPr>
                <p:cNvPr id="40031" name="Rectangle 63"/>
                <p:cNvSpPr>
                  <a:spLocks noChangeArrowheads="1"/>
                </p:cNvSpPr>
                <p:nvPr/>
              </p:nvSpPr>
              <p:spPr bwMode="auto">
                <a:xfrm>
                  <a:off x="4285" y="1614"/>
                  <a:ext cx="128" cy="154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lIns="0" tIns="0" rIns="0" bIns="0">
                  <a:spAutoFit/>
                </a:bodyPr>
                <a:lstStyle>
                  <a:lvl1pPr>
                    <a:lnSpc>
                      <a:spcPct val="90000"/>
                    </a:lnSpc>
                    <a:spcBef>
                      <a:spcPts val="1000"/>
                    </a:spcBef>
                    <a:buFont typeface="Arial" panose="020B0604020202020204" pitchFamily="34" charset="0"/>
                    <a:buChar char="•"/>
                    <a:defRPr sz="28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1pPr>
                  <a:lvl2pPr marL="742950" indent="-285750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24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2pPr>
                  <a:lvl3pPr marL="1143000" indent="-228600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3pPr>
                  <a:lvl4pPr marL="1600200" indent="-228600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4pPr>
                  <a:lvl5pPr marL="2057400" indent="-228600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5pPr>
                  <a:lvl6pPr marL="2514600" indent="-228600" eaLnBrk="0" fontAlgn="base" hangingPunct="0">
                    <a:lnSpc>
                      <a:spcPct val="90000"/>
                    </a:lnSpc>
                    <a:spcBef>
                      <a:spcPts val="5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•"/>
                    <a:defRPr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6pPr>
                  <a:lvl7pPr marL="2971800" indent="-228600" eaLnBrk="0" fontAlgn="base" hangingPunct="0">
                    <a:lnSpc>
                      <a:spcPct val="90000"/>
                    </a:lnSpc>
                    <a:spcBef>
                      <a:spcPts val="5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•"/>
                    <a:defRPr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7pPr>
                  <a:lvl8pPr marL="3429000" indent="-228600" eaLnBrk="0" fontAlgn="base" hangingPunct="0">
                    <a:lnSpc>
                      <a:spcPct val="90000"/>
                    </a:lnSpc>
                    <a:spcBef>
                      <a:spcPts val="5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•"/>
                    <a:defRPr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8pPr>
                  <a:lvl9pPr marL="3886200" indent="-228600" eaLnBrk="0" fontAlgn="base" hangingPunct="0">
                    <a:lnSpc>
                      <a:spcPct val="90000"/>
                    </a:lnSpc>
                    <a:spcBef>
                      <a:spcPts val="5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•"/>
                    <a:defRPr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9pPr>
                </a:lstStyle>
                <a:p>
                  <a:pPr eaLnBrk="1" hangingPunct="1">
                    <a:lnSpc>
                      <a:spcPct val="100000"/>
                    </a:lnSpc>
                    <a:spcBef>
                      <a:spcPct val="0"/>
                    </a:spcBef>
                    <a:buFontTx/>
                    <a:buNone/>
                  </a:pPr>
                  <a:r>
                    <a:rPr lang="en-US" sz="1600">
                      <a:solidFill>
                        <a:srgbClr val="000000"/>
                      </a:solidFill>
                      <a:latin typeface="Times New Roman" panose="02020603050405020304" pitchFamily="18" charset="0"/>
                    </a:rPr>
                    <a:t>14</a:t>
                  </a:r>
                  <a:endParaRPr lang="en-US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24643" name="Oval 64"/>
                <p:cNvSpPr>
                  <a:spLocks noChangeArrowheads="1"/>
                </p:cNvSpPr>
                <p:nvPr/>
              </p:nvSpPr>
              <p:spPr bwMode="auto">
                <a:xfrm>
                  <a:off x="4557" y="1545"/>
                  <a:ext cx="309" cy="205"/>
                </a:xfrm>
                <a:prstGeom prst="ellipse">
                  <a:avLst/>
                </a:prstGeom>
                <a:solidFill>
                  <a:schemeClr val="accent1">
                    <a:lumMod val="60000"/>
                    <a:lumOff val="40000"/>
                  </a:schemeClr>
                </a:solidFill>
                <a:ln w="1270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>
                  <a:lvl1pPr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9pPr>
                </a:lstStyle>
                <a:p>
                  <a:pPr eaLnBrk="1" hangingPunct="1">
                    <a:defRPr/>
                  </a:pPr>
                  <a:endParaRPr lang="en-US"/>
                </a:p>
              </p:txBody>
            </p:sp>
            <p:sp>
              <p:nvSpPr>
                <p:cNvPr id="40033" name="Rectangle 65"/>
                <p:cNvSpPr>
                  <a:spLocks noChangeArrowheads="1"/>
                </p:cNvSpPr>
                <p:nvPr/>
              </p:nvSpPr>
              <p:spPr bwMode="auto">
                <a:xfrm>
                  <a:off x="4657" y="1599"/>
                  <a:ext cx="149" cy="131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>
                  <a:lvl1pPr>
                    <a:lnSpc>
                      <a:spcPct val="90000"/>
                    </a:lnSpc>
                    <a:spcBef>
                      <a:spcPts val="1000"/>
                    </a:spcBef>
                    <a:buFont typeface="Arial" panose="020B0604020202020204" pitchFamily="34" charset="0"/>
                    <a:buChar char="•"/>
                    <a:defRPr sz="28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1pPr>
                  <a:lvl2pPr marL="742950" indent="-285750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24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2pPr>
                  <a:lvl3pPr marL="1143000" indent="-228600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3pPr>
                  <a:lvl4pPr marL="1600200" indent="-228600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4pPr>
                  <a:lvl5pPr marL="2057400" indent="-228600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5pPr>
                  <a:lvl6pPr marL="2514600" indent="-228600" eaLnBrk="0" fontAlgn="base" hangingPunct="0">
                    <a:lnSpc>
                      <a:spcPct val="90000"/>
                    </a:lnSpc>
                    <a:spcBef>
                      <a:spcPts val="5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•"/>
                    <a:defRPr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6pPr>
                  <a:lvl7pPr marL="2971800" indent="-228600" eaLnBrk="0" fontAlgn="base" hangingPunct="0">
                    <a:lnSpc>
                      <a:spcPct val="90000"/>
                    </a:lnSpc>
                    <a:spcBef>
                      <a:spcPts val="5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•"/>
                    <a:defRPr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7pPr>
                  <a:lvl8pPr marL="3429000" indent="-228600" eaLnBrk="0" fontAlgn="base" hangingPunct="0">
                    <a:lnSpc>
                      <a:spcPct val="90000"/>
                    </a:lnSpc>
                    <a:spcBef>
                      <a:spcPts val="5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•"/>
                    <a:defRPr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8pPr>
                  <a:lvl9pPr marL="3886200" indent="-228600" eaLnBrk="0" fontAlgn="base" hangingPunct="0">
                    <a:lnSpc>
                      <a:spcPct val="90000"/>
                    </a:lnSpc>
                    <a:spcBef>
                      <a:spcPts val="5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•"/>
                    <a:defRPr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9pPr>
                </a:lstStyle>
                <a:p>
                  <a:pPr eaLnBrk="1" hangingPunct="1">
                    <a:lnSpc>
                      <a:spcPct val="100000"/>
                    </a:lnSpc>
                    <a:spcBef>
                      <a:spcPct val="0"/>
                    </a:spcBef>
                    <a:buFontTx/>
                    <a:buNone/>
                  </a:pPr>
                  <a:endParaRPr lang="en-US" sz="2400">
                    <a:latin typeface="Tahoma" panose="020B0604030504040204" pitchFamily="34" charset="0"/>
                  </a:endParaRPr>
                </a:p>
              </p:txBody>
            </p:sp>
            <p:sp>
              <p:nvSpPr>
                <p:cNvPr id="40034" name="Rectangle 66"/>
                <p:cNvSpPr>
                  <a:spLocks noChangeArrowheads="1"/>
                </p:cNvSpPr>
                <p:nvPr/>
              </p:nvSpPr>
              <p:spPr bwMode="auto">
                <a:xfrm>
                  <a:off x="4657" y="1602"/>
                  <a:ext cx="128" cy="154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lIns="0" tIns="0" rIns="0" bIns="0">
                  <a:spAutoFit/>
                </a:bodyPr>
                <a:lstStyle>
                  <a:lvl1pPr>
                    <a:lnSpc>
                      <a:spcPct val="90000"/>
                    </a:lnSpc>
                    <a:spcBef>
                      <a:spcPts val="1000"/>
                    </a:spcBef>
                    <a:buFont typeface="Arial" panose="020B0604020202020204" pitchFamily="34" charset="0"/>
                    <a:buChar char="•"/>
                    <a:defRPr sz="28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1pPr>
                  <a:lvl2pPr marL="742950" indent="-285750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24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2pPr>
                  <a:lvl3pPr marL="1143000" indent="-228600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3pPr>
                  <a:lvl4pPr marL="1600200" indent="-228600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4pPr>
                  <a:lvl5pPr marL="2057400" indent="-228600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5pPr>
                  <a:lvl6pPr marL="2514600" indent="-228600" eaLnBrk="0" fontAlgn="base" hangingPunct="0">
                    <a:lnSpc>
                      <a:spcPct val="90000"/>
                    </a:lnSpc>
                    <a:spcBef>
                      <a:spcPts val="5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•"/>
                    <a:defRPr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6pPr>
                  <a:lvl7pPr marL="2971800" indent="-228600" eaLnBrk="0" fontAlgn="base" hangingPunct="0">
                    <a:lnSpc>
                      <a:spcPct val="90000"/>
                    </a:lnSpc>
                    <a:spcBef>
                      <a:spcPts val="5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•"/>
                    <a:defRPr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7pPr>
                  <a:lvl8pPr marL="3429000" indent="-228600" eaLnBrk="0" fontAlgn="base" hangingPunct="0">
                    <a:lnSpc>
                      <a:spcPct val="90000"/>
                    </a:lnSpc>
                    <a:spcBef>
                      <a:spcPts val="5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•"/>
                    <a:defRPr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8pPr>
                  <a:lvl9pPr marL="3886200" indent="-228600" eaLnBrk="0" fontAlgn="base" hangingPunct="0">
                    <a:lnSpc>
                      <a:spcPct val="90000"/>
                    </a:lnSpc>
                    <a:spcBef>
                      <a:spcPts val="5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•"/>
                    <a:defRPr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9pPr>
                </a:lstStyle>
                <a:p>
                  <a:pPr eaLnBrk="1" hangingPunct="1">
                    <a:lnSpc>
                      <a:spcPct val="100000"/>
                    </a:lnSpc>
                    <a:spcBef>
                      <a:spcPct val="0"/>
                    </a:spcBef>
                    <a:buFontTx/>
                    <a:buNone/>
                  </a:pPr>
                  <a:r>
                    <a:rPr lang="en-US" sz="1600">
                      <a:solidFill>
                        <a:srgbClr val="000000"/>
                      </a:solidFill>
                      <a:latin typeface="Times New Roman" panose="02020603050405020304" pitchFamily="18" charset="0"/>
                    </a:rPr>
                    <a:t>03</a:t>
                  </a:r>
                  <a:endParaRPr lang="en-US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24646" name="Oval 67"/>
                <p:cNvSpPr>
                  <a:spLocks noChangeArrowheads="1"/>
                </p:cNvSpPr>
                <p:nvPr/>
              </p:nvSpPr>
              <p:spPr bwMode="auto">
                <a:xfrm>
                  <a:off x="5011" y="1551"/>
                  <a:ext cx="317" cy="208"/>
                </a:xfrm>
                <a:prstGeom prst="ellipse">
                  <a:avLst/>
                </a:prstGeom>
                <a:solidFill>
                  <a:schemeClr val="accent1">
                    <a:lumMod val="60000"/>
                    <a:lumOff val="40000"/>
                  </a:schemeClr>
                </a:solidFill>
                <a:ln w="1270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>
                  <a:lvl1pPr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9pPr>
                </a:lstStyle>
                <a:p>
                  <a:pPr eaLnBrk="1" hangingPunct="1">
                    <a:defRPr/>
                  </a:pPr>
                  <a:endParaRPr lang="en-US"/>
                </a:p>
              </p:txBody>
            </p:sp>
            <p:sp>
              <p:nvSpPr>
                <p:cNvPr id="40036" name="Rectangle 68"/>
                <p:cNvSpPr>
                  <a:spLocks noChangeArrowheads="1"/>
                </p:cNvSpPr>
                <p:nvPr/>
              </p:nvSpPr>
              <p:spPr bwMode="auto">
                <a:xfrm>
                  <a:off x="5112" y="1608"/>
                  <a:ext cx="151" cy="128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>
                  <a:lvl1pPr>
                    <a:lnSpc>
                      <a:spcPct val="90000"/>
                    </a:lnSpc>
                    <a:spcBef>
                      <a:spcPts val="1000"/>
                    </a:spcBef>
                    <a:buFont typeface="Arial" panose="020B0604020202020204" pitchFamily="34" charset="0"/>
                    <a:buChar char="•"/>
                    <a:defRPr sz="28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1pPr>
                  <a:lvl2pPr marL="742950" indent="-285750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24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2pPr>
                  <a:lvl3pPr marL="1143000" indent="-228600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3pPr>
                  <a:lvl4pPr marL="1600200" indent="-228600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4pPr>
                  <a:lvl5pPr marL="2057400" indent="-228600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5pPr>
                  <a:lvl6pPr marL="2514600" indent="-228600" eaLnBrk="0" fontAlgn="base" hangingPunct="0">
                    <a:lnSpc>
                      <a:spcPct val="90000"/>
                    </a:lnSpc>
                    <a:spcBef>
                      <a:spcPts val="5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•"/>
                    <a:defRPr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6pPr>
                  <a:lvl7pPr marL="2971800" indent="-228600" eaLnBrk="0" fontAlgn="base" hangingPunct="0">
                    <a:lnSpc>
                      <a:spcPct val="90000"/>
                    </a:lnSpc>
                    <a:spcBef>
                      <a:spcPts val="5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•"/>
                    <a:defRPr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7pPr>
                  <a:lvl8pPr marL="3429000" indent="-228600" eaLnBrk="0" fontAlgn="base" hangingPunct="0">
                    <a:lnSpc>
                      <a:spcPct val="90000"/>
                    </a:lnSpc>
                    <a:spcBef>
                      <a:spcPts val="5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•"/>
                    <a:defRPr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8pPr>
                  <a:lvl9pPr marL="3886200" indent="-228600" eaLnBrk="0" fontAlgn="base" hangingPunct="0">
                    <a:lnSpc>
                      <a:spcPct val="90000"/>
                    </a:lnSpc>
                    <a:spcBef>
                      <a:spcPts val="5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•"/>
                    <a:defRPr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9pPr>
                </a:lstStyle>
                <a:p>
                  <a:pPr eaLnBrk="1" hangingPunct="1">
                    <a:lnSpc>
                      <a:spcPct val="100000"/>
                    </a:lnSpc>
                    <a:spcBef>
                      <a:spcPct val="0"/>
                    </a:spcBef>
                    <a:buFontTx/>
                    <a:buNone/>
                  </a:pPr>
                  <a:endParaRPr lang="en-US" sz="2400">
                    <a:latin typeface="Tahoma" panose="020B0604030504040204" pitchFamily="34" charset="0"/>
                  </a:endParaRPr>
                </a:p>
              </p:txBody>
            </p:sp>
            <p:sp>
              <p:nvSpPr>
                <p:cNvPr id="40037" name="Rectangle 69"/>
                <p:cNvSpPr>
                  <a:spLocks noChangeArrowheads="1"/>
                </p:cNvSpPr>
                <p:nvPr/>
              </p:nvSpPr>
              <p:spPr bwMode="auto">
                <a:xfrm>
                  <a:off x="5112" y="1610"/>
                  <a:ext cx="128" cy="154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lIns="0" tIns="0" rIns="0" bIns="0">
                  <a:spAutoFit/>
                </a:bodyPr>
                <a:lstStyle>
                  <a:lvl1pPr>
                    <a:lnSpc>
                      <a:spcPct val="90000"/>
                    </a:lnSpc>
                    <a:spcBef>
                      <a:spcPts val="1000"/>
                    </a:spcBef>
                    <a:buFont typeface="Arial" panose="020B0604020202020204" pitchFamily="34" charset="0"/>
                    <a:buChar char="•"/>
                    <a:defRPr sz="28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1pPr>
                  <a:lvl2pPr marL="742950" indent="-285750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24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2pPr>
                  <a:lvl3pPr marL="1143000" indent="-228600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3pPr>
                  <a:lvl4pPr marL="1600200" indent="-228600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4pPr>
                  <a:lvl5pPr marL="2057400" indent="-228600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5pPr>
                  <a:lvl6pPr marL="2514600" indent="-228600" eaLnBrk="0" fontAlgn="base" hangingPunct="0">
                    <a:lnSpc>
                      <a:spcPct val="90000"/>
                    </a:lnSpc>
                    <a:spcBef>
                      <a:spcPts val="5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•"/>
                    <a:defRPr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6pPr>
                  <a:lvl7pPr marL="2971800" indent="-228600" eaLnBrk="0" fontAlgn="base" hangingPunct="0">
                    <a:lnSpc>
                      <a:spcPct val="90000"/>
                    </a:lnSpc>
                    <a:spcBef>
                      <a:spcPts val="5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•"/>
                    <a:defRPr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7pPr>
                  <a:lvl8pPr marL="3429000" indent="-228600" eaLnBrk="0" fontAlgn="base" hangingPunct="0">
                    <a:lnSpc>
                      <a:spcPct val="90000"/>
                    </a:lnSpc>
                    <a:spcBef>
                      <a:spcPts val="5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•"/>
                    <a:defRPr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8pPr>
                  <a:lvl9pPr marL="3886200" indent="-228600" eaLnBrk="0" fontAlgn="base" hangingPunct="0">
                    <a:lnSpc>
                      <a:spcPct val="90000"/>
                    </a:lnSpc>
                    <a:spcBef>
                      <a:spcPts val="5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•"/>
                    <a:defRPr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9pPr>
                </a:lstStyle>
                <a:p>
                  <a:pPr eaLnBrk="1" hangingPunct="1">
                    <a:lnSpc>
                      <a:spcPct val="100000"/>
                    </a:lnSpc>
                    <a:spcBef>
                      <a:spcPct val="0"/>
                    </a:spcBef>
                    <a:buFontTx/>
                    <a:buNone/>
                  </a:pPr>
                  <a:r>
                    <a:rPr lang="en-US" sz="1600">
                      <a:solidFill>
                        <a:srgbClr val="000000"/>
                      </a:solidFill>
                      <a:latin typeface="Times New Roman" panose="02020603050405020304" pitchFamily="18" charset="0"/>
                    </a:rPr>
                    <a:t>10</a:t>
                  </a:r>
                  <a:endParaRPr lang="en-US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24649" name="Oval 70"/>
                <p:cNvSpPr>
                  <a:spLocks noChangeArrowheads="1"/>
                </p:cNvSpPr>
                <p:nvPr/>
              </p:nvSpPr>
              <p:spPr bwMode="auto">
                <a:xfrm>
                  <a:off x="3743" y="1845"/>
                  <a:ext cx="275" cy="207"/>
                </a:xfrm>
                <a:prstGeom prst="ellipse">
                  <a:avLst/>
                </a:prstGeom>
                <a:solidFill>
                  <a:schemeClr val="accent2">
                    <a:lumMod val="60000"/>
                    <a:lumOff val="40000"/>
                  </a:schemeClr>
                </a:solidFill>
                <a:ln w="1270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>
                  <a:lvl1pPr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9pPr>
                </a:lstStyle>
                <a:p>
                  <a:pPr eaLnBrk="1" hangingPunct="1">
                    <a:defRPr/>
                  </a:pPr>
                  <a:endParaRPr lang="en-US"/>
                </a:p>
              </p:txBody>
            </p:sp>
            <p:sp>
              <p:nvSpPr>
                <p:cNvPr id="40039" name="Rectangle 71"/>
                <p:cNvSpPr>
                  <a:spLocks noChangeArrowheads="1"/>
                </p:cNvSpPr>
                <p:nvPr/>
              </p:nvSpPr>
              <p:spPr bwMode="auto">
                <a:xfrm>
                  <a:off x="3837" y="1896"/>
                  <a:ext cx="131" cy="135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>
                  <a:lvl1pPr>
                    <a:lnSpc>
                      <a:spcPct val="90000"/>
                    </a:lnSpc>
                    <a:spcBef>
                      <a:spcPts val="1000"/>
                    </a:spcBef>
                    <a:buFont typeface="Arial" panose="020B0604020202020204" pitchFamily="34" charset="0"/>
                    <a:buChar char="•"/>
                    <a:defRPr sz="28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1pPr>
                  <a:lvl2pPr marL="742950" indent="-285750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24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2pPr>
                  <a:lvl3pPr marL="1143000" indent="-228600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3pPr>
                  <a:lvl4pPr marL="1600200" indent="-228600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4pPr>
                  <a:lvl5pPr marL="2057400" indent="-228600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5pPr>
                  <a:lvl6pPr marL="2514600" indent="-228600" eaLnBrk="0" fontAlgn="base" hangingPunct="0">
                    <a:lnSpc>
                      <a:spcPct val="90000"/>
                    </a:lnSpc>
                    <a:spcBef>
                      <a:spcPts val="5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•"/>
                    <a:defRPr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6pPr>
                  <a:lvl7pPr marL="2971800" indent="-228600" eaLnBrk="0" fontAlgn="base" hangingPunct="0">
                    <a:lnSpc>
                      <a:spcPct val="90000"/>
                    </a:lnSpc>
                    <a:spcBef>
                      <a:spcPts val="5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•"/>
                    <a:defRPr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7pPr>
                  <a:lvl8pPr marL="3429000" indent="-228600" eaLnBrk="0" fontAlgn="base" hangingPunct="0">
                    <a:lnSpc>
                      <a:spcPct val="90000"/>
                    </a:lnSpc>
                    <a:spcBef>
                      <a:spcPts val="5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•"/>
                    <a:defRPr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8pPr>
                  <a:lvl9pPr marL="3886200" indent="-228600" eaLnBrk="0" fontAlgn="base" hangingPunct="0">
                    <a:lnSpc>
                      <a:spcPct val="90000"/>
                    </a:lnSpc>
                    <a:spcBef>
                      <a:spcPts val="5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•"/>
                    <a:defRPr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9pPr>
                </a:lstStyle>
                <a:p>
                  <a:pPr eaLnBrk="1" hangingPunct="1">
                    <a:lnSpc>
                      <a:spcPct val="100000"/>
                    </a:lnSpc>
                    <a:spcBef>
                      <a:spcPct val="0"/>
                    </a:spcBef>
                    <a:buFontTx/>
                    <a:buNone/>
                  </a:pPr>
                  <a:endParaRPr lang="en-US" sz="2400">
                    <a:latin typeface="Tahoma" panose="020B0604030504040204" pitchFamily="34" charset="0"/>
                  </a:endParaRPr>
                </a:p>
              </p:txBody>
            </p:sp>
            <p:sp>
              <p:nvSpPr>
                <p:cNvPr id="40040" name="Rectangle 72"/>
                <p:cNvSpPr>
                  <a:spLocks noChangeArrowheads="1"/>
                </p:cNvSpPr>
                <p:nvPr/>
              </p:nvSpPr>
              <p:spPr bwMode="auto">
                <a:xfrm>
                  <a:off x="3837" y="1897"/>
                  <a:ext cx="128" cy="154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lIns="0" tIns="0" rIns="0" bIns="0">
                  <a:spAutoFit/>
                </a:bodyPr>
                <a:lstStyle>
                  <a:lvl1pPr>
                    <a:lnSpc>
                      <a:spcPct val="90000"/>
                    </a:lnSpc>
                    <a:spcBef>
                      <a:spcPts val="1000"/>
                    </a:spcBef>
                    <a:buFont typeface="Arial" panose="020B0604020202020204" pitchFamily="34" charset="0"/>
                    <a:buChar char="•"/>
                    <a:defRPr sz="28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1pPr>
                  <a:lvl2pPr marL="742950" indent="-285750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24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2pPr>
                  <a:lvl3pPr marL="1143000" indent="-228600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3pPr>
                  <a:lvl4pPr marL="1600200" indent="-228600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4pPr>
                  <a:lvl5pPr marL="2057400" indent="-228600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5pPr>
                  <a:lvl6pPr marL="2514600" indent="-228600" eaLnBrk="0" fontAlgn="base" hangingPunct="0">
                    <a:lnSpc>
                      <a:spcPct val="90000"/>
                    </a:lnSpc>
                    <a:spcBef>
                      <a:spcPts val="5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•"/>
                    <a:defRPr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6pPr>
                  <a:lvl7pPr marL="2971800" indent="-228600" eaLnBrk="0" fontAlgn="base" hangingPunct="0">
                    <a:lnSpc>
                      <a:spcPct val="90000"/>
                    </a:lnSpc>
                    <a:spcBef>
                      <a:spcPts val="5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•"/>
                    <a:defRPr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7pPr>
                  <a:lvl8pPr marL="3429000" indent="-228600" eaLnBrk="0" fontAlgn="base" hangingPunct="0">
                    <a:lnSpc>
                      <a:spcPct val="90000"/>
                    </a:lnSpc>
                    <a:spcBef>
                      <a:spcPts val="5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•"/>
                    <a:defRPr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8pPr>
                  <a:lvl9pPr marL="3886200" indent="-228600" eaLnBrk="0" fontAlgn="base" hangingPunct="0">
                    <a:lnSpc>
                      <a:spcPct val="90000"/>
                    </a:lnSpc>
                    <a:spcBef>
                      <a:spcPts val="5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•"/>
                    <a:defRPr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9pPr>
                </a:lstStyle>
                <a:p>
                  <a:pPr eaLnBrk="1" hangingPunct="1">
                    <a:lnSpc>
                      <a:spcPct val="100000"/>
                    </a:lnSpc>
                    <a:spcBef>
                      <a:spcPct val="0"/>
                    </a:spcBef>
                    <a:buFontTx/>
                    <a:buNone/>
                  </a:pPr>
                  <a:r>
                    <a:rPr lang="en-US" sz="1600">
                      <a:solidFill>
                        <a:srgbClr val="000000"/>
                      </a:solidFill>
                      <a:latin typeface="Times New Roman" panose="02020603050405020304" pitchFamily="18" charset="0"/>
                    </a:rPr>
                    <a:t>13</a:t>
                  </a:r>
                  <a:endParaRPr lang="en-US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24652" name="Oval 73"/>
                <p:cNvSpPr>
                  <a:spLocks noChangeArrowheads="1"/>
                </p:cNvSpPr>
                <p:nvPr/>
              </p:nvSpPr>
              <p:spPr bwMode="auto">
                <a:xfrm>
                  <a:off x="3264" y="1839"/>
                  <a:ext cx="272" cy="205"/>
                </a:xfrm>
                <a:prstGeom prst="ellipse">
                  <a:avLst/>
                </a:prstGeom>
                <a:solidFill>
                  <a:schemeClr val="accent1">
                    <a:lumMod val="60000"/>
                    <a:lumOff val="40000"/>
                  </a:schemeClr>
                </a:solidFill>
                <a:ln w="1270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>
                  <a:lvl1pPr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9pPr>
                </a:lstStyle>
                <a:p>
                  <a:pPr eaLnBrk="1" hangingPunct="1">
                    <a:defRPr/>
                  </a:pPr>
                  <a:endParaRPr lang="en-US"/>
                </a:p>
              </p:txBody>
            </p:sp>
            <p:sp>
              <p:nvSpPr>
                <p:cNvPr id="40042" name="Rectangle 74"/>
                <p:cNvSpPr>
                  <a:spLocks noChangeArrowheads="1"/>
                </p:cNvSpPr>
                <p:nvPr/>
              </p:nvSpPr>
              <p:spPr bwMode="auto">
                <a:xfrm>
                  <a:off x="3354" y="1893"/>
                  <a:ext cx="99" cy="131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>
                  <a:lvl1pPr>
                    <a:lnSpc>
                      <a:spcPct val="90000"/>
                    </a:lnSpc>
                    <a:spcBef>
                      <a:spcPts val="1000"/>
                    </a:spcBef>
                    <a:buFont typeface="Arial" panose="020B0604020202020204" pitchFamily="34" charset="0"/>
                    <a:buChar char="•"/>
                    <a:defRPr sz="28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1pPr>
                  <a:lvl2pPr marL="742950" indent="-285750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24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2pPr>
                  <a:lvl3pPr marL="1143000" indent="-228600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3pPr>
                  <a:lvl4pPr marL="1600200" indent="-228600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4pPr>
                  <a:lvl5pPr marL="2057400" indent="-228600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5pPr>
                  <a:lvl6pPr marL="2514600" indent="-228600" eaLnBrk="0" fontAlgn="base" hangingPunct="0">
                    <a:lnSpc>
                      <a:spcPct val="90000"/>
                    </a:lnSpc>
                    <a:spcBef>
                      <a:spcPts val="5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•"/>
                    <a:defRPr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6pPr>
                  <a:lvl7pPr marL="2971800" indent="-228600" eaLnBrk="0" fontAlgn="base" hangingPunct="0">
                    <a:lnSpc>
                      <a:spcPct val="90000"/>
                    </a:lnSpc>
                    <a:spcBef>
                      <a:spcPts val="5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•"/>
                    <a:defRPr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7pPr>
                  <a:lvl8pPr marL="3429000" indent="-228600" eaLnBrk="0" fontAlgn="base" hangingPunct="0">
                    <a:lnSpc>
                      <a:spcPct val="90000"/>
                    </a:lnSpc>
                    <a:spcBef>
                      <a:spcPts val="5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•"/>
                    <a:defRPr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8pPr>
                  <a:lvl9pPr marL="3886200" indent="-228600" eaLnBrk="0" fontAlgn="base" hangingPunct="0">
                    <a:lnSpc>
                      <a:spcPct val="90000"/>
                    </a:lnSpc>
                    <a:spcBef>
                      <a:spcPts val="5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•"/>
                    <a:defRPr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9pPr>
                </a:lstStyle>
                <a:p>
                  <a:pPr eaLnBrk="1" hangingPunct="1">
                    <a:lnSpc>
                      <a:spcPct val="100000"/>
                    </a:lnSpc>
                    <a:spcBef>
                      <a:spcPct val="0"/>
                    </a:spcBef>
                    <a:buFontTx/>
                    <a:buNone/>
                  </a:pPr>
                  <a:endParaRPr lang="en-US" sz="2400">
                    <a:latin typeface="Tahoma" panose="020B0604030504040204" pitchFamily="34" charset="0"/>
                  </a:endParaRPr>
                </a:p>
              </p:txBody>
            </p:sp>
            <p:sp>
              <p:nvSpPr>
                <p:cNvPr id="40043" name="Rectangle 75"/>
                <p:cNvSpPr>
                  <a:spLocks noChangeArrowheads="1"/>
                </p:cNvSpPr>
                <p:nvPr/>
              </p:nvSpPr>
              <p:spPr bwMode="auto">
                <a:xfrm>
                  <a:off x="3354" y="1896"/>
                  <a:ext cx="64" cy="154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lIns="0" tIns="0" rIns="0" bIns="0">
                  <a:spAutoFit/>
                </a:bodyPr>
                <a:lstStyle>
                  <a:lvl1pPr>
                    <a:lnSpc>
                      <a:spcPct val="90000"/>
                    </a:lnSpc>
                    <a:spcBef>
                      <a:spcPts val="1000"/>
                    </a:spcBef>
                    <a:buFont typeface="Arial" panose="020B0604020202020204" pitchFamily="34" charset="0"/>
                    <a:buChar char="•"/>
                    <a:defRPr sz="28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1pPr>
                  <a:lvl2pPr marL="742950" indent="-285750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24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2pPr>
                  <a:lvl3pPr marL="1143000" indent="-228600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3pPr>
                  <a:lvl4pPr marL="1600200" indent="-228600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4pPr>
                  <a:lvl5pPr marL="2057400" indent="-228600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5pPr>
                  <a:lvl6pPr marL="2514600" indent="-228600" eaLnBrk="0" fontAlgn="base" hangingPunct="0">
                    <a:lnSpc>
                      <a:spcPct val="90000"/>
                    </a:lnSpc>
                    <a:spcBef>
                      <a:spcPts val="5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•"/>
                    <a:defRPr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6pPr>
                  <a:lvl7pPr marL="2971800" indent="-228600" eaLnBrk="0" fontAlgn="base" hangingPunct="0">
                    <a:lnSpc>
                      <a:spcPct val="90000"/>
                    </a:lnSpc>
                    <a:spcBef>
                      <a:spcPts val="5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•"/>
                    <a:defRPr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7pPr>
                  <a:lvl8pPr marL="3429000" indent="-228600" eaLnBrk="0" fontAlgn="base" hangingPunct="0">
                    <a:lnSpc>
                      <a:spcPct val="90000"/>
                    </a:lnSpc>
                    <a:spcBef>
                      <a:spcPts val="5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•"/>
                    <a:defRPr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8pPr>
                  <a:lvl9pPr marL="3886200" indent="-228600" eaLnBrk="0" fontAlgn="base" hangingPunct="0">
                    <a:lnSpc>
                      <a:spcPct val="90000"/>
                    </a:lnSpc>
                    <a:spcBef>
                      <a:spcPts val="5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•"/>
                    <a:defRPr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9pPr>
                </a:lstStyle>
                <a:p>
                  <a:pPr eaLnBrk="1" hangingPunct="1">
                    <a:lnSpc>
                      <a:spcPct val="100000"/>
                    </a:lnSpc>
                    <a:spcBef>
                      <a:spcPct val="0"/>
                    </a:spcBef>
                    <a:buFontTx/>
                    <a:buNone/>
                  </a:pPr>
                  <a:r>
                    <a:rPr lang="en-US" sz="1600">
                      <a:solidFill>
                        <a:srgbClr val="000000"/>
                      </a:solidFill>
                      <a:latin typeface="Times New Roman" panose="02020603050405020304" pitchFamily="18" charset="0"/>
                    </a:rPr>
                    <a:t>2</a:t>
                  </a:r>
                  <a:endParaRPr lang="en-US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24655" name="Oval 76"/>
                <p:cNvSpPr>
                  <a:spLocks noChangeArrowheads="1"/>
                </p:cNvSpPr>
                <p:nvPr/>
              </p:nvSpPr>
              <p:spPr bwMode="auto">
                <a:xfrm>
                  <a:off x="4063" y="1845"/>
                  <a:ext cx="324" cy="207"/>
                </a:xfrm>
                <a:prstGeom prst="ellipse">
                  <a:avLst/>
                </a:prstGeom>
                <a:solidFill>
                  <a:schemeClr val="accent1">
                    <a:lumMod val="60000"/>
                    <a:lumOff val="40000"/>
                  </a:schemeClr>
                </a:solidFill>
                <a:ln w="1270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>
                  <a:lvl1pPr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9pPr>
                </a:lstStyle>
                <a:p>
                  <a:pPr eaLnBrk="1" hangingPunct="1">
                    <a:defRPr/>
                  </a:pPr>
                  <a:endParaRPr lang="en-US"/>
                </a:p>
              </p:txBody>
            </p:sp>
            <p:sp>
              <p:nvSpPr>
                <p:cNvPr id="40045" name="Rectangle 77"/>
                <p:cNvSpPr>
                  <a:spLocks noChangeArrowheads="1"/>
                </p:cNvSpPr>
                <p:nvPr/>
              </p:nvSpPr>
              <p:spPr bwMode="auto">
                <a:xfrm>
                  <a:off x="4163" y="1901"/>
                  <a:ext cx="151" cy="130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>
                  <a:lvl1pPr>
                    <a:lnSpc>
                      <a:spcPct val="90000"/>
                    </a:lnSpc>
                    <a:spcBef>
                      <a:spcPts val="1000"/>
                    </a:spcBef>
                    <a:buFont typeface="Arial" panose="020B0604020202020204" pitchFamily="34" charset="0"/>
                    <a:buChar char="•"/>
                    <a:defRPr sz="28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1pPr>
                  <a:lvl2pPr marL="742950" indent="-285750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24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2pPr>
                  <a:lvl3pPr marL="1143000" indent="-228600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3pPr>
                  <a:lvl4pPr marL="1600200" indent="-228600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4pPr>
                  <a:lvl5pPr marL="2057400" indent="-228600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5pPr>
                  <a:lvl6pPr marL="2514600" indent="-228600" eaLnBrk="0" fontAlgn="base" hangingPunct="0">
                    <a:lnSpc>
                      <a:spcPct val="90000"/>
                    </a:lnSpc>
                    <a:spcBef>
                      <a:spcPts val="5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•"/>
                    <a:defRPr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6pPr>
                  <a:lvl7pPr marL="2971800" indent="-228600" eaLnBrk="0" fontAlgn="base" hangingPunct="0">
                    <a:lnSpc>
                      <a:spcPct val="90000"/>
                    </a:lnSpc>
                    <a:spcBef>
                      <a:spcPts val="5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•"/>
                    <a:defRPr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7pPr>
                  <a:lvl8pPr marL="3429000" indent="-228600" eaLnBrk="0" fontAlgn="base" hangingPunct="0">
                    <a:lnSpc>
                      <a:spcPct val="90000"/>
                    </a:lnSpc>
                    <a:spcBef>
                      <a:spcPts val="5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•"/>
                    <a:defRPr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8pPr>
                  <a:lvl9pPr marL="3886200" indent="-228600" eaLnBrk="0" fontAlgn="base" hangingPunct="0">
                    <a:lnSpc>
                      <a:spcPct val="90000"/>
                    </a:lnSpc>
                    <a:spcBef>
                      <a:spcPts val="5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•"/>
                    <a:defRPr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9pPr>
                </a:lstStyle>
                <a:p>
                  <a:pPr eaLnBrk="1" hangingPunct="1">
                    <a:lnSpc>
                      <a:spcPct val="100000"/>
                    </a:lnSpc>
                    <a:spcBef>
                      <a:spcPct val="0"/>
                    </a:spcBef>
                    <a:buFontTx/>
                    <a:buNone/>
                  </a:pPr>
                  <a:endParaRPr lang="en-US" sz="2400">
                    <a:latin typeface="Tahoma" panose="020B0604030504040204" pitchFamily="34" charset="0"/>
                  </a:endParaRPr>
                </a:p>
              </p:txBody>
            </p:sp>
            <p:sp>
              <p:nvSpPr>
                <p:cNvPr id="40046" name="Rectangle 78"/>
                <p:cNvSpPr>
                  <a:spLocks noChangeArrowheads="1"/>
                </p:cNvSpPr>
                <p:nvPr/>
              </p:nvSpPr>
              <p:spPr bwMode="auto">
                <a:xfrm>
                  <a:off x="4163" y="1901"/>
                  <a:ext cx="128" cy="154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lIns="0" tIns="0" rIns="0" bIns="0">
                  <a:spAutoFit/>
                </a:bodyPr>
                <a:lstStyle>
                  <a:lvl1pPr>
                    <a:lnSpc>
                      <a:spcPct val="90000"/>
                    </a:lnSpc>
                    <a:spcBef>
                      <a:spcPts val="1000"/>
                    </a:spcBef>
                    <a:buFont typeface="Arial" panose="020B0604020202020204" pitchFamily="34" charset="0"/>
                    <a:buChar char="•"/>
                    <a:defRPr sz="28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1pPr>
                  <a:lvl2pPr marL="742950" indent="-285750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24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2pPr>
                  <a:lvl3pPr marL="1143000" indent="-228600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3pPr>
                  <a:lvl4pPr marL="1600200" indent="-228600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4pPr>
                  <a:lvl5pPr marL="2057400" indent="-228600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5pPr>
                  <a:lvl6pPr marL="2514600" indent="-228600" eaLnBrk="0" fontAlgn="base" hangingPunct="0">
                    <a:lnSpc>
                      <a:spcPct val="90000"/>
                    </a:lnSpc>
                    <a:spcBef>
                      <a:spcPts val="5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•"/>
                    <a:defRPr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6pPr>
                  <a:lvl7pPr marL="2971800" indent="-228600" eaLnBrk="0" fontAlgn="base" hangingPunct="0">
                    <a:lnSpc>
                      <a:spcPct val="90000"/>
                    </a:lnSpc>
                    <a:spcBef>
                      <a:spcPts val="5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•"/>
                    <a:defRPr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7pPr>
                  <a:lvl8pPr marL="3429000" indent="-228600" eaLnBrk="0" fontAlgn="base" hangingPunct="0">
                    <a:lnSpc>
                      <a:spcPct val="90000"/>
                    </a:lnSpc>
                    <a:spcBef>
                      <a:spcPts val="5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•"/>
                    <a:defRPr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8pPr>
                  <a:lvl9pPr marL="3886200" indent="-228600" eaLnBrk="0" fontAlgn="base" hangingPunct="0">
                    <a:lnSpc>
                      <a:spcPct val="90000"/>
                    </a:lnSpc>
                    <a:spcBef>
                      <a:spcPts val="5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•"/>
                    <a:defRPr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9pPr>
                </a:lstStyle>
                <a:p>
                  <a:pPr eaLnBrk="1" hangingPunct="1">
                    <a:lnSpc>
                      <a:spcPct val="100000"/>
                    </a:lnSpc>
                    <a:spcBef>
                      <a:spcPct val="0"/>
                    </a:spcBef>
                    <a:buFontTx/>
                    <a:buNone/>
                  </a:pPr>
                  <a:r>
                    <a:rPr lang="en-US" sz="1600">
                      <a:solidFill>
                        <a:srgbClr val="000000"/>
                      </a:solidFill>
                      <a:latin typeface="Times New Roman" panose="02020603050405020304" pitchFamily="18" charset="0"/>
                    </a:rPr>
                    <a:t>11</a:t>
                  </a:r>
                  <a:endParaRPr lang="en-US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40047" name="Line 79"/>
                <p:cNvSpPr>
                  <a:spLocks noChangeShapeType="1"/>
                </p:cNvSpPr>
                <p:nvPr/>
              </p:nvSpPr>
              <p:spPr bwMode="auto">
                <a:xfrm flipH="1">
                  <a:off x="4091" y="1159"/>
                  <a:ext cx="240" cy="153"/>
                </a:xfrm>
                <a:prstGeom prst="line">
                  <a:avLst/>
                </a:prstGeom>
                <a:noFill/>
                <a:ln w="1270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0048" name="Line 80"/>
                <p:cNvSpPr>
                  <a:spLocks noChangeShapeType="1"/>
                </p:cNvSpPr>
                <p:nvPr/>
              </p:nvSpPr>
              <p:spPr bwMode="auto">
                <a:xfrm>
                  <a:off x="4566" y="1167"/>
                  <a:ext cx="238" cy="157"/>
                </a:xfrm>
                <a:prstGeom prst="line">
                  <a:avLst/>
                </a:prstGeom>
                <a:noFill/>
                <a:ln w="1270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0049" name="Line 81"/>
                <p:cNvSpPr>
                  <a:spLocks noChangeShapeType="1"/>
                </p:cNvSpPr>
                <p:nvPr/>
              </p:nvSpPr>
              <p:spPr bwMode="auto">
                <a:xfrm flipH="1">
                  <a:off x="3737" y="1441"/>
                  <a:ext cx="147" cy="122"/>
                </a:xfrm>
                <a:prstGeom prst="line">
                  <a:avLst/>
                </a:prstGeom>
                <a:noFill/>
                <a:ln w="1270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0050" name="Line 82"/>
                <p:cNvSpPr>
                  <a:spLocks noChangeShapeType="1"/>
                </p:cNvSpPr>
                <p:nvPr/>
              </p:nvSpPr>
              <p:spPr bwMode="auto">
                <a:xfrm>
                  <a:off x="4104" y="1448"/>
                  <a:ext cx="133" cy="128"/>
                </a:xfrm>
                <a:prstGeom prst="line">
                  <a:avLst/>
                </a:prstGeom>
                <a:noFill/>
                <a:ln w="1270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0051" name="Line 83"/>
                <p:cNvSpPr>
                  <a:spLocks noChangeShapeType="1"/>
                </p:cNvSpPr>
                <p:nvPr/>
              </p:nvSpPr>
              <p:spPr bwMode="auto">
                <a:xfrm flipH="1">
                  <a:off x="4741" y="1485"/>
                  <a:ext cx="86" cy="66"/>
                </a:xfrm>
                <a:prstGeom prst="line">
                  <a:avLst/>
                </a:prstGeom>
                <a:noFill/>
                <a:ln w="1270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0052" name="Line 84"/>
                <p:cNvSpPr>
                  <a:spLocks noChangeShapeType="1"/>
                </p:cNvSpPr>
                <p:nvPr/>
              </p:nvSpPr>
              <p:spPr bwMode="auto">
                <a:xfrm>
                  <a:off x="4991" y="1491"/>
                  <a:ext cx="76" cy="72"/>
                </a:xfrm>
                <a:prstGeom prst="line">
                  <a:avLst/>
                </a:prstGeom>
                <a:noFill/>
                <a:ln w="1270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0053" name="Line 85"/>
                <p:cNvSpPr>
                  <a:spLocks noChangeShapeType="1"/>
                </p:cNvSpPr>
                <p:nvPr/>
              </p:nvSpPr>
              <p:spPr bwMode="auto">
                <a:xfrm flipH="1">
                  <a:off x="3401" y="1704"/>
                  <a:ext cx="129" cy="133"/>
                </a:xfrm>
                <a:prstGeom prst="line">
                  <a:avLst/>
                </a:prstGeom>
                <a:noFill/>
                <a:ln w="1270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0054" name="Line 86"/>
                <p:cNvSpPr>
                  <a:spLocks noChangeShapeType="1"/>
                </p:cNvSpPr>
                <p:nvPr/>
              </p:nvSpPr>
              <p:spPr bwMode="auto">
                <a:xfrm>
                  <a:off x="3730" y="1718"/>
                  <a:ext cx="90" cy="131"/>
                </a:xfrm>
                <a:prstGeom prst="line">
                  <a:avLst/>
                </a:prstGeom>
                <a:noFill/>
                <a:ln w="1270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0055" name="Line 87"/>
                <p:cNvSpPr>
                  <a:spLocks noChangeShapeType="1"/>
                </p:cNvSpPr>
                <p:nvPr/>
              </p:nvSpPr>
              <p:spPr bwMode="auto">
                <a:xfrm flipH="1">
                  <a:off x="4209" y="1746"/>
                  <a:ext cx="36" cy="99"/>
                </a:xfrm>
                <a:prstGeom prst="line">
                  <a:avLst/>
                </a:prstGeom>
                <a:noFill/>
                <a:ln w="1270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0056" name="Line 89"/>
                <p:cNvSpPr>
                  <a:spLocks noChangeShapeType="1"/>
                </p:cNvSpPr>
                <p:nvPr/>
              </p:nvSpPr>
              <p:spPr bwMode="auto">
                <a:xfrm>
                  <a:off x="3840" y="1632"/>
                  <a:ext cx="144" cy="144"/>
                </a:xfrm>
                <a:prstGeom prst="line">
                  <a:avLst/>
                </a:prstGeom>
                <a:noFill/>
                <a:ln w="25400">
                  <a:solidFill>
                    <a:schemeClr val="tx1"/>
                  </a:solidFill>
                  <a:miter lim="800000"/>
                  <a:headEnd type="triangle" w="med" len="med"/>
                  <a:tailEnd type="triangle" w="med" len="med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/>
                <a:lstStyle/>
                <a:p>
                  <a:endParaRPr lang="en-US"/>
                </a:p>
              </p:txBody>
            </p:sp>
          </p:grpSp>
          <p:sp>
            <p:nvSpPr>
              <p:cNvPr id="141" name="TextBox 140"/>
              <p:cNvSpPr txBox="1"/>
              <p:nvPr/>
            </p:nvSpPr>
            <p:spPr>
              <a:xfrm>
                <a:off x="7315200" y="1524000"/>
                <a:ext cx="263525" cy="276225"/>
              </a:xfrm>
              <a:prstGeom prst="rect">
                <a:avLst/>
              </a:prstGeom>
              <a:noFill/>
            </p:spPr>
            <p:txBody>
              <a:bodyPr wrap="none">
                <a:spAutoFit/>
              </a:bodyPr>
              <a:lstStyle/>
              <a:p>
                <a:pPr>
                  <a:defRPr/>
                </a:pPr>
                <a:r>
                  <a:rPr lang="en-US" sz="1200" dirty="0">
                    <a:solidFill>
                      <a:srgbClr val="FF0000"/>
                    </a:solidFill>
                    <a:latin typeface="+mn-lt"/>
                  </a:rPr>
                  <a:t>1</a:t>
                </a:r>
              </a:p>
            </p:txBody>
          </p:sp>
          <p:sp>
            <p:nvSpPr>
              <p:cNvPr id="142" name="TextBox 141"/>
              <p:cNvSpPr txBox="1"/>
              <p:nvPr/>
            </p:nvSpPr>
            <p:spPr>
              <a:xfrm>
                <a:off x="6096000" y="1781175"/>
                <a:ext cx="263525" cy="276225"/>
              </a:xfrm>
              <a:prstGeom prst="rect">
                <a:avLst/>
              </a:prstGeom>
              <a:noFill/>
            </p:spPr>
            <p:txBody>
              <a:bodyPr wrap="none">
                <a:spAutoFit/>
              </a:bodyPr>
              <a:lstStyle/>
              <a:p>
                <a:pPr>
                  <a:defRPr/>
                </a:pPr>
                <a:r>
                  <a:rPr lang="en-US" sz="1200" dirty="0">
                    <a:solidFill>
                      <a:srgbClr val="FF0000"/>
                    </a:solidFill>
                    <a:latin typeface="+mn-lt"/>
                  </a:rPr>
                  <a:t>2</a:t>
                </a:r>
              </a:p>
            </p:txBody>
          </p:sp>
          <p:sp>
            <p:nvSpPr>
              <p:cNvPr id="143" name="TextBox 142"/>
              <p:cNvSpPr txBox="1"/>
              <p:nvPr/>
            </p:nvSpPr>
            <p:spPr>
              <a:xfrm>
                <a:off x="7966075" y="1857375"/>
                <a:ext cx="263525" cy="276225"/>
              </a:xfrm>
              <a:prstGeom prst="rect">
                <a:avLst/>
              </a:prstGeom>
              <a:noFill/>
            </p:spPr>
            <p:txBody>
              <a:bodyPr wrap="none">
                <a:spAutoFit/>
              </a:bodyPr>
              <a:lstStyle/>
              <a:p>
                <a:pPr>
                  <a:defRPr/>
                </a:pPr>
                <a:r>
                  <a:rPr lang="en-US" sz="1200" dirty="0">
                    <a:solidFill>
                      <a:srgbClr val="FF0000"/>
                    </a:solidFill>
                    <a:latin typeface="+mn-lt"/>
                  </a:rPr>
                  <a:t>3</a:t>
                </a:r>
              </a:p>
            </p:txBody>
          </p:sp>
          <p:sp>
            <p:nvSpPr>
              <p:cNvPr id="144" name="TextBox 143"/>
              <p:cNvSpPr txBox="1"/>
              <p:nvPr/>
            </p:nvSpPr>
            <p:spPr>
              <a:xfrm>
                <a:off x="5334000" y="2314575"/>
                <a:ext cx="263525" cy="276225"/>
              </a:xfrm>
              <a:prstGeom prst="rect">
                <a:avLst/>
              </a:prstGeom>
              <a:noFill/>
            </p:spPr>
            <p:txBody>
              <a:bodyPr wrap="none">
                <a:spAutoFit/>
              </a:bodyPr>
              <a:lstStyle/>
              <a:p>
                <a:pPr>
                  <a:defRPr/>
                </a:pPr>
                <a:r>
                  <a:rPr lang="en-US" sz="1200" dirty="0">
                    <a:solidFill>
                      <a:srgbClr val="FF0000"/>
                    </a:solidFill>
                    <a:latin typeface="+mn-lt"/>
                  </a:rPr>
                  <a:t>4</a:t>
                </a:r>
              </a:p>
            </p:txBody>
          </p:sp>
          <p:sp>
            <p:nvSpPr>
              <p:cNvPr id="145" name="TextBox 144"/>
              <p:cNvSpPr txBox="1"/>
              <p:nvPr/>
            </p:nvSpPr>
            <p:spPr>
              <a:xfrm>
                <a:off x="6781800" y="2286000"/>
                <a:ext cx="263525" cy="276225"/>
              </a:xfrm>
              <a:prstGeom prst="rect">
                <a:avLst/>
              </a:prstGeom>
              <a:noFill/>
            </p:spPr>
            <p:txBody>
              <a:bodyPr wrap="none">
                <a:spAutoFit/>
              </a:bodyPr>
              <a:lstStyle/>
              <a:p>
                <a:pPr>
                  <a:defRPr/>
                </a:pPr>
                <a:r>
                  <a:rPr lang="en-US" sz="1200" dirty="0">
                    <a:solidFill>
                      <a:srgbClr val="FF0000"/>
                    </a:solidFill>
                    <a:latin typeface="+mn-lt"/>
                  </a:rPr>
                  <a:t>5</a:t>
                </a:r>
              </a:p>
            </p:txBody>
          </p:sp>
          <p:sp>
            <p:nvSpPr>
              <p:cNvPr id="146" name="TextBox 145"/>
              <p:cNvSpPr txBox="1"/>
              <p:nvPr/>
            </p:nvSpPr>
            <p:spPr>
              <a:xfrm>
                <a:off x="7239000" y="2238375"/>
                <a:ext cx="263525" cy="276225"/>
              </a:xfrm>
              <a:prstGeom prst="rect">
                <a:avLst/>
              </a:prstGeom>
              <a:noFill/>
            </p:spPr>
            <p:txBody>
              <a:bodyPr wrap="none">
                <a:spAutoFit/>
              </a:bodyPr>
              <a:lstStyle/>
              <a:p>
                <a:pPr>
                  <a:defRPr/>
                </a:pPr>
                <a:r>
                  <a:rPr lang="en-US" sz="1200" dirty="0">
                    <a:solidFill>
                      <a:srgbClr val="FF0000"/>
                    </a:solidFill>
                    <a:latin typeface="+mn-lt"/>
                  </a:rPr>
                  <a:t>6</a:t>
                </a:r>
              </a:p>
            </p:txBody>
          </p:sp>
          <p:sp>
            <p:nvSpPr>
              <p:cNvPr id="147" name="TextBox 146"/>
              <p:cNvSpPr txBox="1"/>
              <p:nvPr/>
            </p:nvSpPr>
            <p:spPr>
              <a:xfrm>
                <a:off x="8270875" y="2286000"/>
                <a:ext cx="263525" cy="276225"/>
              </a:xfrm>
              <a:prstGeom prst="rect">
                <a:avLst/>
              </a:prstGeom>
              <a:noFill/>
            </p:spPr>
            <p:txBody>
              <a:bodyPr wrap="none">
                <a:spAutoFit/>
              </a:bodyPr>
              <a:lstStyle/>
              <a:p>
                <a:pPr>
                  <a:defRPr/>
                </a:pPr>
                <a:r>
                  <a:rPr lang="en-US" sz="1200" dirty="0">
                    <a:solidFill>
                      <a:srgbClr val="FF0000"/>
                    </a:solidFill>
                    <a:latin typeface="+mn-lt"/>
                  </a:rPr>
                  <a:t>7</a:t>
                </a:r>
              </a:p>
            </p:txBody>
          </p:sp>
          <p:sp>
            <p:nvSpPr>
              <p:cNvPr id="148" name="TextBox 147"/>
              <p:cNvSpPr txBox="1"/>
              <p:nvPr/>
            </p:nvSpPr>
            <p:spPr>
              <a:xfrm>
                <a:off x="4953000" y="2924175"/>
                <a:ext cx="263525" cy="276225"/>
              </a:xfrm>
              <a:prstGeom prst="rect">
                <a:avLst/>
              </a:prstGeom>
              <a:noFill/>
            </p:spPr>
            <p:txBody>
              <a:bodyPr wrap="none">
                <a:spAutoFit/>
              </a:bodyPr>
              <a:lstStyle/>
              <a:p>
                <a:pPr>
                  <a:defRPr/>
                </a:pPr>
                <a:r>
                  <a:rPr lang="en-US" sz="1200" dirty="0">
                    <a:solidFill>
                      <a:srgbClr val="FF0000"/>
                    </a:solidFill>
                    <a:latin typeface="+mn-lt"/>
                  </a:rPr>
                  <a:t>8</a:t>
                </a:r>
              </a:p>
            </p:txBody>
          </p:sp>
          <p:sp>
            <p:nvSpPr>
              <p:cNvPr id="149" name="TextBox 148"/>
              <p:cNvSpPr txBox="1"/>
              <p:nvPr/>
            </p:nvSpPr>
            <p:spPr>
              <a:xfrm>
                <a:off x="6172200" y="2743200"/>
                <a:ext cx="263525" cy="276225"/>
              </a:xfrm>
              <a:prstGeom prst="rect">
                <a:avLst/>
              </a:prstGeom>
              <a:noFill/>
            </p:spPr>
            <p:txBody>
              <a:bodyPr wrap="none">
                <a:spAutoFit/>
              </a:bodyPr>
              <a:lstStyle/>
              <a:p>
                <a:pPr>
                  <a:defRPr/>
                </a:pPr>
                <a:r>
                  <a:rPr lang="en-US" sz="1200" dirty="0">
                    <a:solidFill>
                      <a:srgbClr val="FF0000"/>
                    </a:solidFill>
                    <a:latin typeface="+mn-lt"/>
                  </a:rPr>
                  <a:t>9</a:t>
                </a:r>
              </a:p>
            </p:txBody>
          </p:sp>
          <p:sp>
            <p:nvSpPr>
              <p:cNvPr id="150" name="TextBox 149"/>
              <p:cNvSpPr txBox="1"/>
              <p:nvPr/>
            </p:nvSpPr>
            <p:spPr>
              <a:xfrm>
                <a:off x="7010400" y="2924175"/>
                <a:ext cx="341313" cy="276225"/>
              </a:xfrm>
              <a:prstGeom prst="rect">
                <a:avLst/>
              </a:prstGeom>
              <a:noFill/>
            </p:spPr>
            <p:txBody>
              <a:bodyPr wrap="none">
                <a:spAutoFit/>
              </a:bodyPr>
              <a:lstStyle/>
              <a:p>
                <a:pPr>
                  <a:defRPr/>
                </a:pPr>
                <a:r>
                  <a:rPr lang="en-US" sz="1200" dirty="0">
                    <a:solidFill>
                      <a:srgbClr val="FF0000"/>
                    </a:solidFill>
                    <a:latin typeface="+mn-lt"/>
                  </a:rPr>
                  <a:t>10</a:t>
                </a:r>
              </a:p>
            </p:txBody>
          </p:sp>
        </p:grpSp>
        <p:sp>
          <p:nvSpPr>
            <p:cNvPr id="5" name="TextBox 4"/>
            <p:cNvSpPr txBox="1"/>
            <p:nvPr/>
          </p:nvSpPr>
          <p:spPr>
            <a:xfrm>
              <a:off x="5305701" y="1555858"/>
              <a:ext cx="817853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 dirty="0">
                  <a:latin typeface="+mn-lt"/>
                </a:rPr>
                <a:t>13 &gt; 2</a:t>
              </a:r>
            </a:p>
          </p:txBody>
        </p:sp>
      </p:grp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8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9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9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9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3839" grpId="0" animBg="1"/>
      <p:bldP spid="33924" grpId="0" animBg="1"/>
      <p:bldP spid="33925" grpId="0" animBg="1"/>
      <p:bldP spid="33926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Rectangle 2"/>
          <p:cNvSpPr>
            <a:spLocks noGrp="1" noChangeArrowheads="1"/>
          </p:cNvSpPr>
          <p:nvPr>
            <p:ph type="title"/>
          </p:nvPr>
        </p:nvSpPr>
        <p:spPr>
          <a:xfrm>
            <a:off x="2209800" y="304800"/>
            <a:ext cx="8229600" cy="762000"/>
          </a:xfrm>
        </p:spPr>
        <p:txBody>
          <a:bodyPr/>
          <a:lstStyle/>
          <a:p>
            <a:pPr eaLnBrk="1" hangingPunct="1"/>
            <a:r>
              <a:rPr lang="en-US" sz="3200"/>
              <a:t>Array view of MAX_HEAPIFY Algorithm</a:t>
            </a:r>
          </a:p>
        </p:txBody>
      </p:sp>
      <p:sp>
        <p:nvSpPr>
          <p:cNvPr id="40963" name="Text Box 4"/>
          <p:cNvSpPr>
            <a:spLocks noGrp="1" noChangeArrowheads="1"/>
          </p:cNvSpPr>
          <p:nvPr>
            <p:ph idx="1"/>
          </p:nvPr>
        </p:nvSpPr>
        <p:spPr>
          <a:xfrm>
            <a:off x="1752601" y="1600200"/>
            <a:ext cx="8793163" cy="2266950"/>
          </a:xfrm>
          <a:solidFill>
            <a:schemeClr val="bg1"/>
          </a:solidFill>
        </p:spPr>
        <p:txBody>
          <a:bodyPr/>
          <a:lstStyle/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sz="2000" b="1" u="sng"/>
              <a:t>7  </a:t>
            </a:r>
            <a:r>
              <a:rPr lang="en-US" sz="2000" b="1"/>
              <a:t>	</a:t>
            </a:r>
            <a:r>
              <a:rPr lang="en-US" sz="2000" b="1" u="sng"/>
              <a:t>24</a:t>
            </a:r>
            <a:r>
              <a:rPr lang="en-US" sz="2000" b="1"/>
              <a:t>	19	21	14	03	10	02	13	11	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sz="2000" b="1"/>
              <a:t>24	 </a:t>
            </a:r>
            <a:r>
              <a:rPr lang="en-US" sz="2000" b="1" u="sng"/>
              <a:t>7</a:t>
            </a:r>
            <a:r>
              <a:rPr lang="en-US" sz="2000" b="1"/>
              <a:t>	19	</a:t>
            </a:r>
            <a:r>
              <a:rPr lang="en-US" sz="2000" b="1" u="sng"/>
              <a:t>21</a:t>
            </a:r>
            <a:r>
              <a:rPr lang="en-US" sz="2000" b="1"/>
              <a:t>	14	03	10	02	13	11	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sz="2000" b="1"/>
              <a:t>24	 21	19	</a:t>
            </a:r>
            <a:r>
              <a:rPr lang="en-US" sz="2000" b="1" u="sng"/>
              <a:t>07</a:t>
            </a:r>
            <a:r>
              <a:rPr lang="en-US" sz="2000" b="1"/>
              <a:t>	14	03	10	02	</a:t>
            </a:r>
            <a:r>
              <a:rPr lang="en-US" sz="2000" b="1" u="sng"/>
              <a:t>13</a:t>
            </a:r>
            <a:r>
              <a:rPr lang="en-US" sz="2000" b="1"/>
              <a:t>	11	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sz="2000" b="1"/>
              <a:t>24	 21	19	13	14	03	10	02	07	11</a:t>
            </a:r>
            <a:endParaRPr lang="en-US" sz="2000">
              <a:latin typeface="Times New Roman" panose="02020603050405020304" pitchFamily="18" charset="0"/>
            </a:endParaRPr>
          </a:p>
        </p:txBody>
      </p:sp>
      <p:sp>
        <p:nvSpPr>
          <p:cNvPr id="40964" name="Slide Number Placeholder 5"/>
          <p:cNvSpPr>
            <a:spLocks noGrp="1"/>
          </p:cNvSpPr>
          <p:nvPr>
            <p:ph type="sldNum" sz="quarter" idx="12"/>
          </p:nvPr>
        </p:nvSpPr>
        <p:spPr bwMode="auto">
          <a:xfrm>
            <a:off x="8948738" y="6459539"/>
            <a:ext cx="984250" cy="3651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fld id="{A04832C4-622A-446B-BC60-E7511ED1024E}" type="slidenum">
              <a:rPr lang="en-US" sz="800">
                <a:latin typeface="Tahoma" panose="020B0604030504040204" pitchFamily="34" charset="0"/>
              </a:rPr>
              <a:pPr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t>15</a:t>
            </a:fld>
            <a:endParaRPr lang="en-US" sz="800">
              <a:latin typeface="Tahoma" panose="020B0604030504040204" pitchFamily="34" charset="0"/>
            </a:endParaRPr>
          </a:p>
        </p:txBody>
      </p:sp>
      <p:grpSp>
        <p:nvGrpSpPr>
          <p:cNvPr id="40965" name="Group 47"/>
          <p:cNvGrpSpPr>
            <a:grpSpLocks/>
          </p:cNvGrpSpPr>
          <p:nvPr/>
        </p:nvGrpSpPr>
        <p:grpSpPr bwMode="auto">
          <a:xfrm>
            <a:off x="4495800" y="4572001"/>
            <a:ext cx="3276600" cy="1662113"/>
            <a:chOff x="1824" y="2640"/>
            <a:chExt cx="2064" cy="1047"/>
          </a:xfrm>
        </p:grpSpPr>
        <p:sp>
          <p:nvSpPr>
            <p:cNvPr id="25608" name="Oval 6"/>
            <p:cNvSpPr>
              <a:spLocks noChangeArrowheads="1"/>
            </p:cNvSpPr>
            <p:nvPr/>
          </p:nvSpPr>
          <p:spPr bwMode="auto">
            <a:xfrm>
              <a:off x="2877" y="2640"/>
              <a:ext cx="324" cy="205"/>
            </a:xfrm>
            <a:prstGeom prst="ellipse">
              <a:avLst/>
            </a:prstGeom>
            <a:solidFill>
              <a:schemeClr val="accent1">
                <a:lumMod val="60000"/>
                <a:lumOff val="40000"/>
              </a:schemeClr>
            </a:solidFill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>
              <a:lvl1pPr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eaLnBrk="1" hangingPunct="1">
                <a:defRPr/>
              </a:pPr>
              <a:endParaRPr lang="en-US"/>
            </a:p>
          </p:txBody>
        </p:sp>
        <p:sp>
          <p:nvSpPr>
            <p:cNvPr id="40968" name="Rectangle 7"/>
            <p:cNvSpPr>
              <a:spLocks noChangeArrowheads="1"/>
            </p:cNvSpPr>
            <p:nvPr/>
          </p:nvSpPr>
          <p:spPr bwMode="auto">
            <a:xfrm>
              <a:off x="2977" y="2694"/>
              <a:ext cx="152" cy="12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endParaRPr lang="en-US" sz="2400">
                <a:latin typeface="Tahoma" panose="020B0604030504040204" pitchFamily="34" charset="0"/>
              </a:endParaRPr>
            </a:p>
          </p:txBody>
        </p:sp>
        <p:sp>
          <p:nvSpPr>
            <p:cNvPr id="40969" name="Rectangle 8"/>
            <p:cNvSpPr>
              <a:spLocks noChangeArrowheads="1"/>
            </p:cNvSpPr>
            <p:nvPr/>
          </p:nvSpPr>
          <p:spPr bwMode="auto">
            <a:xfrm>
              <a:off x="2977" y="2696"/>
              <a:ext cx="128" cy="1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r>
                <a:rPr lang="en-US" sz="1600">
                  <a:solidFill>
                    <a:srgbClr val="000000"/>
                  </a:solidFill>
                  <a:latin typeface="Times New Roman" panose="02020603050405020304" pitchFamily="18" charset="0"/>
                </a:rPr>
                <a:t>24</a:t>
              </a:r>
              <a:endParaRPr lang="en-US">
                <a:latin typeface="Times New Roman" panose="02020603050405020304" pitchFamily="18" charset="0"/>
              </a:endParaRPr>
            </a:p>
          </p:txBody>
        </p:sp>
        <p:sp>
          <p:nvSpPr>
            <p:cNvPr id="25611" name="Oval 9"/>
            <p:cNvSpPr>
              <a:spLocks noChangeArrowheads="1"/>
            </p:cNvSpPr>
            <p:nvPr/>
          </p:nvSpPr>
          <p:spPr bwMode="auto">
            <a:xfrm>
              <a:off x="2418" y="2922"/>
              <a:ext cx="322" cy="203"/>
            </a:xfrm>
            <a:prstGeom prst="ellipse">
              <a:avLst/>
            </a:prstGeom>
            <a:solidFill>
              <a:schemeClr val="accent1">
                <a:lumMod val="60000"/>
                <a:lumOff val="40000"/>
              </a:schemeClr>
            </a:solidFill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>
              <a:lvl1pPr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eaLnBrk="1" hangingPunct="1">
                <a:defRPr/>
              </a:pPr>
              <a:endParaRPr lang="en-US"/>
            </a:p>
          </p:txBody>
        </p:sp>
        <p:sp>
          <p:nvSpPr>
            <p:cNvPr id="40971" name="Rectangle 10"/>
            <p:cNvSpPr>
              <a:spLocks noChangeArrowheads="1"/>
            </p:cNvSpPr>
            <p:nvPr/>
          </p:nvSpPr>
          <p:spPr bwMode="auto">
            <a:xfrm>
              <a:off x="2518" y="2976"/>
              <a:ext cx="152" cy="12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endParaRPr lang="en-US" sz="2400">
                <a:latin typeface="Tahoma" panose="020B0604030504040204" pitchFamily="34" charset="0"/>
              </a:endParaRPr>
            </a:p>
          </p:txBody>
        </p:sp>
        <p:sp>
          <p:nvSpPr>
            <p:cNvPr id="40972" name="Rectangle 11"/>
            <p:cNvSpPr>
              <a:spLocks noChangeArrowheads="1"/>
            </p:cNvSpPr>
            <p:nvPr/>
          </p:nvSpPr>
          <p:spPr bwMode="auto">
            <a:xfrm>
              <a:off x="2518" y="2975"/>
              <a:ext cx="128" cy="1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r>
                <a:rPr lang="en-US" sz="1600">
                  <a:solidFill>
                    <a:srgbClr val="000000"/>
                  </a:solidFill>
                  <a:latin typeface="Times New Roman" panose="02020603050405020304" pitchFamily="18" charset="0"/>
                </a:rPr>
                <a:t>21</a:t>
              </a:r>
              <a:endParaRPr lang="en-US">
                <a:latin typeface="Times New Roman" panose="02020603050405020304" pitchFamily="18" charset="0"/>
              </a:endParaRPr>
            </a:p>
          </p:txBody>
        </p:sp>
        <p:sp>
          <p:nvSpPr>
            <p:cNvPr id="25614" name="Oval 12"/>
            <p:cNvSpPr>
              <a:spLocks noChangeArrowheads="1"/>
            </p:cNvSpPr>
            <p:nvPr/>
          </p:nvSpPr>
          <p:spPr bwMode="auto">
            <a:xfrm>
              <a:off x="3338" y="2934"/>
              <a:ext cx="317" cy="205"/>
            </a:xfrm>
            <a:prstGeom prst="ellipse">
              <a:avLst/>
            </a:prstGeom>
            <a:solidFill>
              <a:schemeClr val="accent1">
                <a:lumMod val="60000"/>
                <a:lumOff val="40000"/>
              </a:schemeClr>
            </a:solidFill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>
              <a:lvl1pPr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eaLnBrk="1" hangingPunct="1">
                <a:defRPr/>
              </a:pPr>
              <a:endParaRPr lang="en-US"/>
            </a:p>
          </p:txBody>
        </p:sp>
        <p:sp>
          <p:nvSpPr>
            <p:cNvPr id="40974" name="Rectangle 13"/>
            <p:cNvSpPr>
              <a:spLocks noChangeArrowheads="1"/>
            </p:cNvSpPr>
            <p:nvPr/>
          </p:nvSpPr>
          <p:spPr bwMode="auto">
            <a:xfrm>
              <a:off x="3438" y="2988"/>
              <a:ext cx="150" cy="12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endParaRPr lang="en-US" sz="2400">
                <a:latin typeface="Tahoma" panose="020B0604030504040204" pitchFamily="34" charset="0"/>
              </a:endParaRPr>
            </a:p>
          </p:txBody>
        </p:sp>
        <p:sp>
          <p:nvSpPr>
            <p:cNvPr id="40975" name="Rectangle 14"/>
            <p:cNvSpPr>
              <a:spLocks noChangeArrowheads="1"/>
            </p:cNvSpPr>
            <p:nvPr/>
          </p:nvSpPr>
          <p:spPr bwMode="auto">
            <a:xfrm>
              <a:off x="3438" y="2989"/>
              <a:ext cx="128" cy="1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r>
                <a:rPr lang="en-US" sz="1600">
                  <a:solidFill>
                    <a:srgbClr val="000000"/>
                  </a:solidFill>
                  <a:latin typeface="Times New Roman" panose="02020603050405020304" pitchFamily="18" charset="0"/>
                </a:rPr>
                <a:t>19</a:t>
              </a:r>
              <a:endParaRPr lang="en-US">
                <a:latin typeface="Times New Roman" panose="02020603050405020304" pitchFamily="18" charset="0"/>
              </a:endParaRPr>
            </a:p>
          </p:txBody>
        </p:sp>
        <p:sp>
          <p:nvSpPr>
            <p:cNvPr id="25617" name="Oval 15"/>
            <p:cNvSpPr>
              <a:spLocks noChangeArrowheads="1"/>
            </p:cNvSpPr>
            <p:nvPr/>
          </p:nvSpPr>
          <p:spPr bwMode="auto">
            <a:xfrm>
              <a:off x="2071" y="3171"/>
              <a:ext cx="300" cy="207"/>
            </a:xfrm>
            <a:prstGeom prst="ellipse">
              <a:avLst/>
            </a:prstGeom>
            <a:solidFill>
              <a:schemeClr val="accent1">
                <a:lumMod val="60000"/>
                <a:lumOff val="40000"/>
              </a:schemeClr>
            </a:solidFill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>
              <a:lvl1pPr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eaLnBrk="1" hangingPunct="1">
                <a:defRPr/>
              </a:pPr>
              <a:endParaRPr lang="en-US"/>
            </a:p>
          </p:txBody>
        </p:sp>
        <p:sp>
          <p:nvSpPr>
            <p:cNvPr id="40977" name="Rectangle 16"/>
            <p:cNvSpPr>
              <a:spLocks noChangeArrowheads="1"/>
            </p:cNvSpPr>
            <p:nvPr/>
          </p:nvSpPr>
          <p:spPr bwMode="auto">
            <a:xfrm>
              <a:off x="2168" y="3227"/>
              <a:ext cx="152" cy="12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endParaRPr lang="en-US" sz="2400">
                <a:latin typeface="Tahoma" panose="020B0604030504040204" pitchFamily="34" charset="0"/>
              </a:endParaRPr>
            </a:p>
          </p:txBody>
        </p:sp>
        <p:sp>
          <p:nvSpPr>
            <p:cNvPr id="40978" name="Rectangle 17"/>
            <p:cNvSpPr>
              <a:spLocks noChangeArrowheads="1"/>
            </p:cNvSpPr>
            <p:nvPr/>
          </p:nvSpPr>
          <p:spPr bwMode="auto">
            <a:xfrm>
              <a:off x="2168" y="3227"/>
              <a:ext cx="128" cy="1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r>
                <a:rPr lang="en-US" sz="1600">
                  <a:solidFill>
                    <a:srgbClr val="000000"/>
                  </a:solidFill>
                  <a:latin typeface="Times New Roman" panose="02020603050405020304" pitchFamily="18" charset="0"/>
                </a:rPr>
                <a:t>13</a:t>
              </a:r>
              <a:endParaRPr lang="en-US">
                <a:latin typeface="Times New Roman" panose="02020603050405020304" pitchFamily="18" charset="0"/>
              </a:endParaRPr>
            </a:p>
          </p:txBody>
        </p:sp>
        <p:sp>
          <p:nvSpPr>
            <p:cNvPr id="25620" name="Oval 18"/>
            <p:cNvSpPr>
              <a:spLocks noChangeArrowheads="1"/>
            </p:cNvSpPr>
            <p:nvPr/>
          </p:nvSpPr>
          <p:spPr bwMode="auto">
            <a:xfrm>
              <a:off x="2744" y="3189"/>
              <a:ext cx="321" cy="205"/>
            </a:xfrm>
            <a:prstGeom prst="ellipse">
              <a:avLst/>
            </a:prstGeom>
            <a:solidFill>
              <a:schemeClr val="accent1">
                <a:lumMod val="60000"/>
                <a:lumOff val="40000"/>
              </a:schemeClr>
            </a:solidFill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>
              <a:lvl1pPr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eaLnBrk="1" hangingPunct="1">
                <a:defRPr/>
              </a:pPr>
              <a:endParaRPr lang="en-US"/>
            </a:p>
          </p:txBody>
        </p:sp>
        <p:sp>
          <p:nvSpPr>
            <p:cNvPr id="40980" name="Rectangle 19"/>
            <p:cNvSpPr>
              <a:spLocks noChangeArrowheads="1"/>
            </p:cNvSpPr>
            <p:nvPr/>
          </p:nvSpPr>
          <p:spPr bwMode="auto">
            <a:xfrm>
              <a:off x="2845" y="3244"/>
              <a:ext cx="151" cy="1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endParaRPr lang="en-US" sz="2400">
                <a:latin typeface="Tahoma" panose="020B0604030504040204" pitchFamily="34" charset="0"/>
              </a:endParaRPr>
            </a:p>
          </p:txBody>
        </p:sp>
        <p:sp>
          <p:nvSpPr>
            <p:cNvPr id="40981" name="Rectangle 20"/>
            <p:cNvSpPr>
              <a:spLocks noChangeArrowheads="1"/>
            </p:cNvSpPr>
            <p:nvPr/>
          </p:nvSpPr>
          <p:spPr bwMode="auto">
            <a:xfrm>
              <a:off x="2845" y="3246"/>
              <a:ext cx="128" cy="1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r>
                <a:rPr lang="en-US" sz="1600">
                  <a:solidFill>
                    <a:srgbClr val="000000"/>
                  </a:solidFill>
                  <a:latin typeface="Times New Roman" panose="02020603050405020304" pitchFamily="18" charset="0"/>
                </a:rPr>
                <a:t>14</a:t>
              </a:r>
              <a:endParaRPr lang="en-US">
                <a:latin typeface="Times New Roman" panose="02020603050405020304" pitchFamily="18" charset="0"/>
              </a:endParaRPr>
            </a:p>
          </p:txBody>
        </p:sp>
        <p:sp>
          <p:nvSpPr>
            <p:cNvPr id="25623" name="Oval 21"/>
            <p:cNvSpPr>
              <a:spLocks noChangeArrowheads="1"/>
            </p:cNvSpPr>
            <p:nvPr/>
          </p:nvSpPr>
          <p:spPr bwMode="auto">
            <a:xfrm>
              <a:off x="3117" y="3177"/>
              <a:ext cx="309" cy="205"/>
            </a:xfrm>
            <a:prstGeom prst="ellipse">
              <a:avLst/>
            </a:prstGeom>
            <a:solidFill>
              <a:schemeClr val="accent1">
                <a:lumMod val="60000"/>
                <a:lumOff val="40000"/>
              </a:schemeClr>
            </a:solidFill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>
              <a:lvl1pPr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eaLnBrk="1" hangingPunct="1">
                <a:defRPr/>
              </a:pPr>
              <a:endParaRPr lang="en-US"/>
            </a:p>
          </p:txBody>
        </p:sp>
        <p:sp>
          <p:nvSpPr>
            <p:cNvPr id="40983" name="Rectangle 22"/>
            <p:cNvSpPr>
              <a:spLocks noChangeArrowheads="1"/>
            </p:cNvSpPr>
            <p:nvPr/>
          </p:nvSpPr>
          <p:spPr bwMode="auto">
            <a:xfrm>
              <a:off x="3217" y="3231"/>
              <a:ext cx="149" cy="1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endParaRPr lang="en-US" sz="2400">
                <a:latin typeface="Tahoma" panose="020B0604030504040204" pitchFamily="34" charset="0"/>
              </a:endParaRPr>
            </a:p>
          </p:txBody>
        </p:sp>
        <p:sp>
          <p:nvSpPr>
            <p:cNvPr id="40984" name="Rectangle 23"/>
            <p:cNvSpPr>
              <a:spLocks noChangeArrowheads="1"/>
            </p:cNvSpPr>
            <p:nvPr/>
          </p:nvSpPr>
          <p:spPr bwMode="auto">
            <a:xfrm>
              <a:off x="3217" y="3234"/>
              <a:ext cx="128" cy="1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r>
                <a:rPr lang="en-US" sz="1600">
                  <a:solidFill>
                    <a:srgbClr val="000000"/>
                  </a:solidFill>
                  <a:latin typeface="Times New Roman" panose="02020603050405020304" pitchFamily="18" charset="0"/>
                </a:rPr>
                <a:t>03</a:t>
              </a:r>
              <a:endParaRPr lang="en-US">
                <a:latin typeface="Times New Roman" panose="02020603050405020304" pitchFamily="18" charset="0"/>
              </a:endParaRPr>
            </a:p>
          </p:txBody>
        </p:sp>
        <p:sp>
          <p:nvSpPr>
            <p:cNvPr id="25626" name="Oval 24"/>
            <p:cNvSpPr>
              <a:spLocks noChangeArrowheads="1"/>
            </p:cNvSpPr>
            <p:nvPr/>
          </p:nvSpPr>
          <p:spPr bwMode="auto">
            <a:xfrm>
              <a:off x="3571" y="3183"/>
              <a:ext cx="317" cy="208"/>
            </a:xfrm>
            <a:prstGeom prst="ellipse">
              <a:avLst/>
            </a:prstGeom>
            <a:solidFill>
              <a:schemeClr val="accent1">
                <a:lumMod val="60000"/>
                <a:lumOff val="40000"/>
              </a:schemeClr>
            </a:solidFill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>
              <a:lvl1pPr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eaLnBrk="1" hangingPunct="1">
                <a:defRPr/>
              </a:pPr>
              <a:endParaRPr lang="en-US"/>
            </a:p>
          </p:txBody>
        </p:sp>
        <p:sp>
          <p:nvSpPr>
            <p:cNvPr id="40986" name="Rectangle 25"/>
            <p:cNvSpPr>
              <a:spLocks noChangeArrowheads="1"/>
            </p:cNvSpPr>
            <p:nvPr/>
          </p:nvSpPr>
          <p:spPr bwMode="auto">
            <a:xfrm>
              <a:off x="3672" y="3240"/>
              <a:ext cx="151" cy="12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endParaRPr lang="en-US" sz="2400">
                <a:latin typeface="Tahoma" panose="020B0604030504040204" pitchFamily="34" charset="0"/>
              </a:endParaRPr>
            </a:p>
          </p:txBody>
        </p:sp>
        <p:sp>
          <p:nvSpPr>
            <p:cNvPr id="40987" name="Rectangle 26"/>
            <p:cNvSpPr>
              <a:spLocks noChangeArrowheads="1"/>
            </p:cNvSpPr>
            <p:nvPr/>
          </p:nvSpPr>
          <p:spPr bwMode="auto">
            <a:xfrm>
              <a:off x="3672" y="3242"/>
              <a:ext cx="128" cy="1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r>
                <a:rPr lang="en-US" sz="1600">
                  <a:solidFill>
                    <a:srgbClr val="000000"/>
                  </a:solidFill>
                  <a:latin typeface="Times New Roman" panose="02020603050405020304" pitchFamily="18" charset="0"/>
                </a:rPr>
                <a:t>10</a:t>
              </a:r>
              <a:endParaRPr lang="en-US">
                <a:latin typeface="Times New Roman" panose="02020603050405020304" pitchFamily="18" charset="0"/>
              </a:endParaRPr>
            </a:p>
          </p:txBody>
        </p:sp>
        <p:sp>
          <p:nvSpPr>
            <p:cNvPr id="25629" name="Oval 27"/>
            <p:cNvSpPr>
              <a:spLocks noChangeArrowheads="1"/>
            </p:cNvSpPr>
            <p:nvPr/>
          </p:nvSpPr>
          <p:spPr bwMode="auto">
            <a:xfrm>
              <a:off x="2303" y="3477"/>
              <a:ext cx="275" cy="207"/>
            </a:xfrm>
            <a:prstGeom prst="ellipse">
              <a:avLst/>
            </a:prstGeom>
            <a:solidFill>
              <a:schemeClr val="accent1">
                <a:lumMod val="60000"/>
                <a:lumOff val="40000"/>
              </a:schemeClr>
            </a:solidFill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>
              <a:lvl1pPr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eaLnBrk="1" hangingPunct="1">
                <a:defRPr/>
              </a:pPr>
              <a:endParaRPr lang="en-US"/>
            </a:p>
          </p:txBody>
        </p:sp>
        <p:sp>
          <p:nvSpPr>
            <p:cNvPr id="40989" name="Rectangle 28"/>
            <p:cNvSpPr>
              <a:spLocks noChangeArrowheads="1"/>
            </p:cNvSpPr>
            <p:nvPr/>
          </p:nvSpPr>
          <p:spPr bwMode="auto">
            <a:xfrm>
              <a:off x="2397" y="3528"/>
              <a:ext cx="131" cy="13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endParaRPr lang="en-US" sz="2400">
                <a:latin typeface="Tahoma" panose="020B0604030504040204" pitchFamily="34" charset="0"/>
              </a:endParaRPr>
            </a:p>
          </p:txBody>
        </p:sp>
        <p:sp>
          <p:nvSpPr>
            <p:cNvPr id="40990" name="Rectangle 29"/>
            <p:cNvSpPr>
              <a:spLocks noChangeArrowheads="1"/>
            </p:cNvSpPr>
            <p:nvPr/>
          </p:nvSpPr>
          <p:spPr bwMode="auto">
            <a:xfrm>
              <a:off x="2397" y="3529"/>
              <a:ext cx="64" cy="1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r>
                <a:rPr lang="en-US" sz="1600">
                  <a:solidFill>
                    <a:srgbClr val="000000"/>
                  </a:solidFill>
                  <a:latin typeface="Times New Roman" panose="02020603050405020304" pitchFamily="18" charset="0"/>
                </a:rPr>
                <a:t>7</a:t>
              </a:r>
              <a:endParaRPr lang="en-US">
                <a:latin typeface="Times New Roman" panose="02020603050405020304" pitchFamily="18" charset="0"/>
              </a:endParaRPr>
            </a:p>
          </p:txBody>
        </p:sp>
        <p:sp>
          <p:nvSpPr>
            <p:cNvPr id="25632" name="Oval 30"/>
            <p:cNvSpPr>
              <a:spLocks noChangeArrowheads="1"/>
            </p:cNvSpPr>
            <p:nvPr/>
          </p:nvSpPr>
          <p:spPr bwMode="auto">
            <a:xfrm>
              <a:off x="1824" y="3471"/>
              <a:ext cx="272" cy="205"/>
            </a:xfrm>
            <a:prstGeom prst="ellipse">
              <a:avLst/>
            </a:prstGeom>
            <a:solidFill>
              <a:schemeClr val="accent1">
                <a:lumMod val="60000"/>
                <a:lumOff val="40000"/>
              </a:schemeClr>
            </a:solidFill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>
              <a:lvl1pPr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eaLnBrk="1" hangingPunct="1">
                <a:defRPr/>
              </a:pPr>
              <a:endParaRPr lang="en-US"/>
            </a:p>
          </p:txBody>
        </p:sp>
        <p:sp>
          <p:nvSpPr>
            <p:cNvPr id="40992" name="Rectangle 31"/>
            <p:cNvSpPr>
              <a:spLocks noChangeArrowheads="1"/>
            </p:cNvSpPr>
            <p:nvPr/>
          </p:nvSpPr>
          <p:spPr bwMode="auto">
            <a:xfrm>
              <a:off x="1914" y="3525"/>
              <a:ext cx="99" cy="1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endParaRPr lang="en-US" sz="2400">
                <a:latin typeface="Tahoma" panose="020B0604030504040204" pitchFamily="34" charset="0"/>
              </a:endParaRPr>
            </a:p>
          </p:txBody>
        </p:sp>
        <p:sp>
          <p:nvSpPr>
            <p:cNvPr id="40993" name="Rectangle 32"/>
            <p:cNvSpPr>
              <a:spLocks noChangeArrowheads="1"/>
            </p:cNvSpPr>
            <p:nvPr/>
          </p:nvSpPr>
          <p:spPr bwMode="auto">
            <a:xfrm>
              <a:off x="1914" y="3528"/>
              <a:ext cx="64" cy="1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r>
                <a:rPr lang="en-US" sz="1600">
                  <a:solidFill>
                    <a:srgbClr val="000000"/>
                  </a:solidFill>
                  <a:latin typeface="Times New Roman" panose="02020603050405020304" pitchFamily="18" charset="0"/>
                </a:rPr>
                <a:t>2</a:t>
              </a:r>
              <a:endParaRPr lang="en-US">
                <a:latin typeface="Times New Roman" panose="02020603050405020304" pitchFamily="18" charset="0"/>
              </a:endParaRPr>
            </a:p>
          </p:txBody>
        </p:sp>
        <p:sp>
          <p:nvSpPr>
            <p:cNvPr id="25635" name="Oval 33"/>
            <p:cNvSpPr>
              <a:spLocks noChangeArrowheads="1"/>
            </p:cNvSpPr>
            <p:nvPr/>
          </p:nvSpPr>
          <p:spPr bwMode="auto">
            <a:xfrm>
              <a:off x="2623" y="3477"/>
              <a:ext cx="324" cy="207"/>
            </a:xfrm>
            <a:prstGeom prst="ellipse">
              <a:avLst/>
            </a:prstGeom>
            <a:solidFill>
              <a:schemeClr val="accent1">
                <a:lumMod val="60000"/>
                <a:lumOff val="40000"/>
              </a:schemeClr>
            </a:solidFill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>
              <a:lvl1pPr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eaLnBrk="1" hangingPunct="1">
                <a:defRPr/>
              </a:pPr>
              <a:endParaRPr lang="en-US"/>
            </a:p>
          </p:txBody>
        </p:sp>
        <p:sp>
          <p:nvSpPr>
            <p:cNvPr id="40995" name="Rectangle 34"/>
            <p:cNvSpPr>
              <a:spLocks noChangeArrowheads="1"/>
            </p:cNvSpPr>
            <p:nvPr/>
          </p:nvSpPr>
          <p:spPr bwMode="auto">
            <a:xfrm>
              <a:off x="2723" y="3533"/>
              <a:ext cx="151" cy="1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endParaRPr lang="en-US" sz="2400">
                <a:latin typeface="Tahoma" panose="020B0604030504040204" pitchFamily="34" charset="0"/>
              </a:endParaRPr>
            </a:p>
          </p:txBody>
        </p:sp>
        <p:sp>
          <p:nvSpPr>
            <p:cNvPr id="40996" name="Rectangle 35"/>
            <p:cNvSpPr>
              <a:spLocks noChangeArrowheads="1"/>
            </p:cNvSpPr>
            <p:nvPr/>
          </p:nvSpPr>
          <p:spPr bwMode="auto">
            <a:xfrm>
              <a:off x="2723" y="3533"/>
              <a:ext cx="128" cy="1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r>
                <a:rPr lang="en-US" sz="1600">
                  <a:solidFill>
                    <a:srgbClr val="000000"/>
                  </a:solidFill>
                  <a:latin typeface="Times New Roman" panose="02020603050405020304" pitchFamily="18" charset="0"/>
                </a:rPr>
                <a:t>11</a:t>
              </a:r>
              <a:endParaRPr lang="en-US">
                <a:latin typeface="Times New Roman" panose="02020603050405020304" pitchFamily="18" charset="0"/>
              </a:endParaRPr>
            </a:p>
          </p:txBody>
        </p:sp>
        <p:sp>
          <p:nvSpPr>
            <p:cNvPr id="40997" name="Line 36"/>
            <p:cNvSpPr>
              <a:spLocks noChangeShapeType="1"/>
            </p:cNvSpPr>
            <p:nvPr/>
          </p:nvSpPr>
          <p:spPr bwMode="auto">
            <a:xfrm flipH="1">
              <a:off x="2651" y="2791"/>
              <a:ext cx="240" cy="153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0998" name="Line 37"/>
            <p:cNvSpPr>
              <a:spLocks noChangeShapeType="1"/>
            </p:cNvSpPr>
            <p:nvPr/>
          </p:nvSpPr>
          <p:spPr bwMode="auto">
            <a:xfrm>
              <a:off x="3170" y="2799"/>
              <a:ext cx="238" cy="157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0999" name="Line 38"/>
            <p:cNvSpPr>
              <a:spLocks noChangeShapeType="1"/>
            </p:cNvSpPr>
            <p:nvPr/>
          </p:nvSpPr>
          <p:spPr bwMode="auto">
            <a:xfrm flipH="1">
              <a:off x="2297" y="3073"/>
              <a:ext cx="147" cy="122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1000" name="Line 39"/>
            <p:cNvSpPr>
              <a:spLocks noChangeShapeType="1"/>
            </p:cNvSpPr>
            <p:nvPr/>
          </p:nvSpPr>
          <p:spPr bwMode="auto">
            <a:xfrm>
              <a:off x="2664" y="3080"/>
              <a:ext cx="133" cy="128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1001" name="Line 40"/>
            <p:cNvSpPr>
              <a:spLocks noChangeShapeType="1"/>
            </p:cNvSpPr>
            <p:nvPr/>
          </p:nvSpPr>
          <p:spPr bwMode="auto">
            <a:xfrm flipH="1">
              <a:off x="3301" y="3117"/>
              <a:ext cx="86" cy="66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1002" name="Line 41"/>
            <p:cNvSpPr>
              <a:spLocks noChangeShapeType="1"/>
            </p:cNvSpPr>
            <p:nvPr/>
          </p:nvSpPr>
          <p:spPr bwMode="auto">
            <a:xfrm>
              <a:off x="3551" y="3123"/>
              <a:ext cx="76" cy="72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1003" name="Line 42"/>
            <p:cNvSpPr>
              <a:spLocks noChangeShapeType="1"/>
            </p:cNvSpPr>
            <p:nvPr/>
          </p:nvSpPr>
          <p:spPr bwMode="auto">
            <a:xfrm flipH="1">
              <a:off x="1961" y="3336"/>
              <a:ext cx="129" cy="133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1004" name="Line 43"/>
            <p:cNvSpPr>
              <a:spLocks noChangeShapeType="1"/>
            </p:cNvSpPr>
            <p:nvPr/>
          </p:nvSpPr>
          <p:spPr bwMode="auto">
            <a:xfrm>
              <a:off x="2290" y="3350"/>
              <a:ext cx="90" cy="131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1005" name="Line 44"/>
            <p:cNvSpPr>
              <a:spLocks noChangeShapeType="1"/>
            </p:cNvSpPr>
            <p:nvPr/>
          </p:nvSpPr>
          <p:spPr bwMode="auto">
            <a:xfrm flipH="1">
              <a:off x="2769" y="3378"/>
              <a:ext cx="36" cy="99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40966" name="AutoShape 46" descr="Pink tissue paper"/>
          <p:cNvSpPr>
            <a:spLocks noChangeArrowheads="1"/>
          </p:cNvSpPr>
          <p:nvPr/>
        </p:nvSpPr>
        <p:spPr bwMode="auto">
          <a:xfrm rot="5484639">
            <a:off x="5721350" y="3892550"/>
            <a:ext cx="457200" cy="457200"/>
          </a:xfrm>
          <a:prstGeom prst="rightArrow">
            <a:avLst>
              <a:gd name="adj1" fmla="val 50000"/>
              <a:gd name="adj2" fmla="val 25000"/>
            </a:avLst>
          </a:prstGeom>
          <a:blipFill dpi="0" rotWithShape="0">
            <a:blip r:embed="rId2"/>
            <a:srcRect/>
            <a:tile tx="0" ty="0" sx="100000" sy="100000" flip="none" algn="tl"/>
          </a:blip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endParaRPr lang="en-US" sz="2400">
              <a:latin typeface="Tahoma" panose="020B0604030504040204" pitchFamily="34" charset="0"/>
            </a:endParaRPr>
          </a:p>
        </p:txBody>
      </p:sp>
    </p:spTree>
  </p:cSld>
  <p:clrMapOvr>
    <a:masterClrMapping/>
  </p:clrMapOvr>
  <p:transition/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Rectangle 2"/>
          <p:cNvSpPr>
            <a:spLocks noGrp="1" noChangeArrowheads="1"/>
          </p:cNvSpPr>
          <p:nvPr>
            <p:ph type="title"/>
          </p:nvPr>
        </p:nvSpPr>
        <p:spPr>
          <a:xfrm>
            <a:off x="1828800" y="457200"/>
            <a:ext cx="7793038" cy="1143000"/>
          </a:xfrm>
        </p:spPr>
        <p:txBody>
          <a:bodyPr/>
          <a:lstStyle/>
          <a:p>
            <a:pPr eaLnBrk="1" hangingPunct="1"/>
            <a:r>
              <a:rPr lang="en-US"/>
              <a:t>Analysis of Heapify Algorithm.</a:t>
            </a:r>
          </a:p>
        </p:txBody>
      </p:sp>
      <p:sp>
        <p:nvSpPr>
          <p:cNvPr id="41987" name="Rectangle 3"/>
          <p:cNvSpPr>
            <a:spLocks noGrp="1" noChangeArrowheads="1"/>
          </p:cNvSpPr>
          <p:nvPr>
            <p:ph idx="1"/>
          </p:nvPr>
        </p:nvSpPr>
        <p:spPr>
          <a:xfrm>
            <a:off x="1981200" y="1922462"/>
            <a:ext cx="7772400" cy="4402138"/>
          </a:xfrm>
        </p:spPr>
        <p:txBody>
          <a:bodyPr/>
          <a:lstStyle/>
          <a:p>
            <a:pPr eaLnBrk="1" hangingPunct="1">
              <a:lnSpc>
                <a:spcPct val="80000"/>
              </a:lnSpc>
            </a:pPr>
            <a:r>
              <a:rPr lang="en-US" sz="2000" dirty="0"/>
              <a:t>The running time of MAX-HEAPIFY on a </a:t>
            </a:r>
            <a:r>
              <a:rPr lang="en-US" sz="2000" dirty="0" err="1"/>
              <a:t>subtree</a:t>
            </a:r>
            <a:r>
              <a:rPr lang="en-US" sz="2000" dirty="0"/>
              <a:t> of size </a:t>
            </a:r>
            <a:r>
              <a:rPr lang="en-US" sz="2000" i="1" dirty="0"/>
              <a:t>n</a:t>
            </a:r>
            <a:r>
              <a:rPr lang="en-US" sz="2000" dirty="0"/>
              <a:t> rooted at given node </a:t>
            </a:r>
            <a:r>
              <a:rPr lang="en-US" sz="2000" i="1" dirty="0" err="1"/>
              <a:t>i</a:t>
            </a:r>
            <a:r>
              <a:rPr lang="en-US" sz="2000" dirty="0"/>
              <a:t> is the Θ(1) time plus the time to run MAX-HEAPIFY on a </a:t>
            </a:r>
            <a:r>
              <a:rPr lang="en-US" sz="2000" dirty="0" err="1"/>
              <a:t>subtree</a:t>
            </a:r>
            <a:r>
              <a:rPr lang="en-US" sz="2000" dirty="0"/>
              <a:t> rooted at one of the children of node </a:t>
            </a:r>
            <a:r>
              <a:rPr lang="en-US" sz="2000" i="1" dirty="0" err="1"/>
              <a:t>i</a:t>
            </a:r>
            <a:r>
              <a:rPr lang="en-US" sz="2000" dirty="0"/>
              <a:t>. </a:t>
            </a:r>
          </a:p>
          <a:p>
            <a:pPr eaLnBrk="1" hangingPunct="1">
              <a:lnSpc>
                <a:spcPct val="80000"/>
              </a:lnSpc>
            </a:pPr>
            <a:r>
              <a:rPr lang="en-US" sz="2000" dirty="0"/>
              <a:t>The children's </a:t>
            </a:r>
            <a:r>
              <a:rPr lang="en-US" sz="2000" dirty="0" err="1"/>
              <a:t>subtrees</a:t>
            </a:r>
            <a:r>
              <a:rPr lang="en-US" sz="2000" dirty="0"/>
              <a:t> -the worst case occurs when the last row of the tree is exactly half full</a:t>
            </a:r>
          </a:p>
          <a:p>
            <a:pPr eaLnBrk="1" hangingPunct="1">
              <a:lnSpc>
                <a:spcPct val="80000"/>
              </a:lnSpc>
            </a:pPr>
            <a:endParaRPr lang="en-US" sz="2000" dirty="0"/>
          </a:p>
          <a:p>
            <a:pPr eaLnBrk="1" hangingPunct="1">
              <a:lnSpc>
                <a:spcPct val="80000"/>
              </a:lnSpc>
            </a:pPr>
            <a:endParaRPr lang="en-US" sz="2000" dirty="0"/>
          </a:p>
          <a:p>
            <a:pPr eaLnBrk="1" hangingPunct="1">
              <a:lnSpc>
                <a:spcPct val="80000"/>
              </a:lnSpc>
            </a:pPr>
            <a:endParaRPr lang="en-US" sz="2000" dirty="0"/>
          </a:p>
          <a:p>
            <a:pPr eaLnBrk="1" hangingPunct="1">
              <a:lnSpc>
                <a:spcPct val="80000"/>
              </a:lnSpc>
            </a:pPr>
            <a:r>
              <a:rPr lang="en-US" sz="2000" dirty="0"/>
              <a:t>Alternatively, we can characterize the running time of MAX-HEAPIFY on a node of height </a:t>
            </a:r>
            <a:r>
              <a:rPr lang="en-US" sz="2000" i="1" dirty="0"/>
              <a:t>h</a:t>
            </a:r>
            <a:r>
              <a:rPr lang="en-US" sz="2000" dirty="0"/>
              <a:t> as </a:t>
            </a:r>
            <a:r>
              <a:rPr lang="en-US" sz="2000" i="1" dirty="0"/>
              <a:t>O</a:t>
            </a:r>
            <a:r>
              <a:rPr lang="en-US" sz="2000" dirty="0"/>
              <a:t>(</a:t>
            </a:r>
            <a:r>
              <a:rPr lang="en-US" sz="2000" i="1" dirty="0"/>
              <a:t>h</a:t>
            </a:r>
            <a:r>
              <a:rPr lang="en-US" sz="2000" dirty="0"/>
              <a:t>).</a:t>
            </a:r>
          </a:p>
          <a:p>
            <a:pPr marL="0" indent="0" eaLnBrk="1" hangingPunct="1">
              <a:lnSpc>
                <a:spcPct val="80000"/>
              </a:lnSpc>
              <a:buNone/>
            </a:pPr>
            <a:r>
              <a:rPr lang="en-US" sz="2000" dirty="0"/>
              <a:t>The solution to this recurrence  is </a:t>
            </a:r>
          </a:p>
          <a:p>
            <a:pPr marL="0" indent="0" eaLnBrk="1" hangingPunct="1">
              <a:lnSpc>
                <a:spcPct val="80000"/>
              </a:lnSpc>
              <a:buNone/>
            </a:pPr>
            <a:r>
              <a:rPr lang="en-US" sz="2000" i="1" dirty="0"/>
              <a:t>                        </a:t>
            </a:r>
            <a:r>
              <a:rPr lang="en-US" sz="2400" b="1" i="1" dirty="0"/>
              <a:t>T</a:t>
            </a:r>
            <a:r>
              <a:rPr lang="en-US" sz="2400" b="1" dirty="0"/>
              <a:t> (</a:t>
            </a:r>
            <a:r>
              <a:rPr lang="en-US" sz="2400" b="1" i="1" dirty="0"/>
              <a:t>n</a:t>
            </a:r>
            <a:r>
              <a:rPr lang="en-US" sz="2400" b="1" dirty="0"/>
              <a:t>) = </a:t>
            </a:r>
            <a:r>
              <a:rPr lang="en-US" sz="2400" b="1" i="1" dirty="0"/>
              <a:t>O</a:t>
            </a:r>
            <a:r>
              <a:rPr lang="en-US" sz="2400" b="1" dirty="0"/>
              <a:t>(</a:t>
            </a:r>
            <a:r>
              <a:rPr lang="en-US" sz="2400" b="1" dirty="0" err="1"/>
              <a:t>lg</a:t>
            </a:r>
            <a:r>
              <a:rPr lang="en-US" sz="2400" b="1" dirty="0"/>
              <a:t> </a:t>
            </a:r>
            <a:r>
              <a:rPr lang="en-US" sz="2400" b="1" i="1" dirty="0"/>
              <a:t>n</a:t>
            </a:r>
            <a:r>
              <a:rPr lang="en-US" sz="2400" b="1" dirty="0"/>
              <a:t>)</a:t>
            </a:r>
          </a:p>
          <a:p>
            <a:pPr marL="0" indent="0" eaLnBrk="1" hangingPunct="1">
              <a:lnSpc>
                <a:spcPct val="80000"/>
              </a:lnSpc>
              <a:buNone/>
            </a:pPr>
            <a:endParaRPr lang="en-US" sz="2000" dirty="0"/>
          </a:p>
        </p:txBody>
      </p:sp>
      <p:sp>
        <p:nvSpPr>
          <p:cNvPr id="41988" name="Slide Number Placeholder 5"/>
          <p:cNvSpPr>
            <a:spLocks noGrp="1"/>
          </p:cNvSpPr>
          <p:nvPr>
            <p:ph type="sldNum" sz="quarter" idx="12"/>
          </p:nvPr>
        </p:nvSpPr>
        <p:spPr bwMode="auto">
          <a:xfrm>
            <a:off x="8948738" y="6459539"/>
            <a:ext cx="984250" cy="3651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fld id="{07EAF614-2492-4A96-9A41-665BE55D945F}" type="slidenum">
              <a:rPr lang="en-US" sz="800">
                <a:latin typeface="Tahoma" panose="020B0604030504040204" pitchFamily="34" charset="0"/>
              </a:rPr>
              <a:pPr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t>16</a:t>
            </a:fld>
            <a:endParaRPr lang="en-US" sz="800">
              <a:latin typeface="Tahoma" panose="020B0604030504040204" pitchFamily="34" charset="0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51712" y="3088956"/>
            <a:ext cx="2401888" cy="1483045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Rectangle 2"/>
          <p:cNvSpPr>
            <a:spLocks noGrp="1" noChangeArrowheads="1"/>
          </p:cNvSpPr>
          <p:nvPr>
            <p:ph type="title"/>
          </p:nvPr>
        </p:nvSpPr>
        <p:spPr>
          <a:xfrm>
            <a:off x="1524000" y="304800"/>
            <a:ext cx="3733800" cy="762000"/>
          </a:xfrm>
        </p:spPr>
        <p:txBody>
          <a:bodyPr/>
          <a:lstStyle/>
          <a:p>
            <a:pPr eaLnBrk="1" hangingPunct="1"/>
            <a:r>
              <a:rPr lang="en-US" sz="4000"/>
              <a:t>BUILD_HEAP</a:t>
            </a:r>
          </a:p>
        </p:txBody>
      </p:sp>
      <p:sp>
        <p:nvSpPr>
          <p:cNvPr id="44035" name="Text Box 4"/>
          <p:cNvSpPr>
            <a:spLocks noGrp="1" noChangeArrowheads="1"/>
          </p:cNvSpPr>
          <p:nvPr>
            <p:ph idx="1"/>
          </p:nvPr>
        </p:nvSpPr>
        <p:spPr>
          <a:xfrm>
            <a:off x="1981200" y="1482726"/>
            <a:ext cx="8077200" cy="727075"/>
          </a:xfrm>
          <a:solidFill>
            <a:schemeClr val="bg1"/>
          </a:solidFill>
        </p:spPr>
        <p:txBody>
          <a:bodyPr>
            <a:normAutofit lnSpcReduction="10000"/>
          </a:bodyPr>
          <a:lstStyle/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sz="2400" dirty="0">
                <a:solidFill>
                  <a:schemeClr val="tx2"/>
                </a:solidFill>
              </a:rPr>
              <a:t>Input</a:t>
            </a:r>
            <a:r>
              <a:rPr lang="en-US" sz="2400" b="1" dirty="0"/>
              <a:t> : </a:t>
            </a:r>
            <a:r>
              <a:rPr lang="en-US" sz="2400" dirty="0"/>
              <a:t>An array A of size </a:t>
            </a:r>
            <a:r>
              <a:rPr lang="en-US" sz="2400" i="1" dirty="0"/>
              <a:t>n</a:t>
            </a:r>
            <a:r>
              <a:rPr lang="en-US" sz="2400" dirty="0"/>
              <a:t> = </a:t>
            </a:r>
            <a:r>
              <a:rPr lang="en-US" sz="2400" dirty="0" err="1"/>
              <a:t>A.length</a:t>
            </a:r>
            <a:r>
              <a:rPr lang="en-US" sz="2400" dirty="0"/>
              <a:t> , </a:t>
            </a:r>
            <a:r>
              <a:rPr lang="en-US" sz="2400" dirty="0" err="1"/>
              <a:t>A.heap_size</a:t>
            </a:r>
            <a:r>
              <a:rPr lang="en-US" sz="2400" dirty="0"/>
              <a:t> 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sz="2400" dirty="0">
                <a:solidFill>
                  <a:schemeClr val="tx2"/>
                </a:solidFill>
              </a:rPr>
              <a:t>Output </a:t>
            </a:r>
            <a:r>
              <a:rPr lang="en-US" sz="2400" b="1" dirty="0"/>
              <a:t>: </a:t>
            </a:r>
            <a:r>
              <a:rPr lang="en-US" sz="2400" dirty="0"/>
              <a:t>A heap of size </a:t>
            </a:r>
            <a:r>
              <a:rPr lang="en-US" sz="2400" i="1" dirty="0"/>
              <a:t>n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endParaRPr lang="en-US" sz="2400" dirty="0"/>
          </a:p>
        </p:txBody>
      </p:sp>
      <p:sp>
        <p:nvSpPr>
          <p:cNvPr id="44036" name="Slide Number Placeholder 5"/>
          <p:cNvSpPr>
            <a:spLocks noGrp="1"/>
          </p:cNvSpPr>
          <p:nvPr>
            <p:ph type="sldNum" sz="quarter" idx="12"/>
          </p:nvPr>
        </p:nvSpPr>
        <p:spPr bwMode="auto">
          <a:xfrm>
            <a:off x="8948738" y="6459539"/>
            <a:ext cx="984250" cy="3651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fld id="{5B4F69CE-CCCD-43A6-AE85-3C63E37F55CC}" type="slidenum">
              <a:rPr lang="en-US" sz="800">
                <a:latin typeface="Tahoma" panose="020B0604030504040204" pitchFamily="34" charset="0"/>
              </a:rPr>
              <a:pPr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t>17</a:t>
            </a:fld>
            <a:endParaRPr lang="en-US" sz="800">
              <a:latin typeface="Tahoma" panose="020B0604030504040204" pitchFamily="34" charset="0"/>
            </a:endParaRPr>
          </a:p>
        </p:txBody>
      </p:sp>
      <p:sp>
        <p:nvSpPr>
          <p:cNvPr id="35846" name="Text Box 6"/>
          <p:cNvSpPr txBox="1">
            <a:spLocks noChangeArrowheads="1"/>
          </p:cNvSpPr>
          <p:nvPr/>
        </p:nvSpPr>
        <p:spPr bwMode="auto">
          <a:xfrm>
            <a:off x="2514600" y="4724400"/>
            <a:ext cx="7391400" cy="9461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50000"/>
              </a:spcBef>
              <a:buFontTx/>
              <a:buNone/>
            </a:pPr>
            <a:r>
              <a:rPr lang="en-US">
                <a:latin typeface="Times New Roman" panose="02020603050405020304" pitchFamily="18" charset="0"/>
              </a:rPr>
              <a:t>Exercise: We are given the following unordered array to build the heap.</a:t>
            </a:r>
          </a:p>
        </p:txBody>
      </p:sp>
      <p:sp>
        <p:nvSpPr>
          <p:cNvPr id="35849" name="Text Box 9"/>
          <p:cNvSpPr txBox="1">
            <a:spLocks noChangeArrowheads="1"/>
          </p:cNvSpPr>
          <p:nvPr/>
        </p:nvSpPr>
        <p:spPr bwMode="auto">
          <a:xfrm>
            <a:off x="3505200" y="5715001"/>
            <a:ext cx="662940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50000"/>
              </a:spcBef>
              <a:buFontTx/>
              <a:buNone/>
            </a:pPr>
            <a:r>
              <a:rPr lang="en-US" sz="2000" i="1">
                <a:solidFill>
                  <a:srgbClr val="FF0000"/>
                </a:solidFill>
                <a:latin typeface="Times New Roman" panose="02020603050405020304" pitchFamily="18" charset="0"/>
              </a:rPr>
              <a:t>1         2          3      4          5         6      7        8        9         10</a:t>
            </a:r>
          </a:p>
        </p:txBody>
      </p:sp>
      <p:graphicFrame>
        <p:nvGraphicFramePr>
          <p:cNvPr id="35850" name="Group 10"/>
          <p:cNvGraphicFramePr>
            <a:graphicFrameLocks noGrp="1"/>
          </p:cNvGraphicFramePr>
          <p:nvPr/>
        </p:nvGraphicFramePr>
        <p:xfrm>
          <a:off x="3429000" y="6096000"/>
          <a:ext cx="6553200" cy="457200"/>
        </p:xfrm>
        <a:graphic>
          <a:graphicData uri="http://schemas.openxmlformats.org/drawingml/2006/table">
            <a:tbl>
              <a:tblPr/>
              <a:tblGrid>
                <a:gridCol w="65563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5563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540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5563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5563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55638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655637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65405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655638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655637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</a:tblGrid>
              <a:tr h="45720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4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3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2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16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9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10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14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8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7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35874" name="Text Box 34"/>
          <p:cNvSpPr txBox="1">
            <a:spLocks noChangeArrowheads="1"/>
          </p:cNvSpPr>
          <p:nvPr/>
        </p:nvSpPr>
        <p:spPr bwMode="auto">
          <a:xfrm>
            <a:off x="2819400" y="5638801"/>
            <a:ext cx="6096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50000"/>
              </a:spcBef>
              <a:buFontTx/>
              <a:buNone/>
            </a:pPr>
            <a:r>
              <a:rPr lang="en-US" b="1">
                <a:latin typeface="Times New Roman" panose="02020603050405020304" pitchFamily="18" charset="0"/>
              </a:rPr>
              <a:t>A</a:t>
            </a:r>
          </a:p>
        </p:txBody>
      </p:sp>
      <p:sp>
        <p:nvSpPr>
          <p:cNvPr id="44064" name="Text Box 36"/>
          <p:cNvSpPr txBox="1">
            <a:spLocks noChangeArrowheads="1"/>
          </p:cNvSpPr>
          <p:nvPr/>
        </p:nvSpPr>
        <p:spPr bwMode="auto">
          <a:xfrm>
            <a:off x="2438400" y="2209801"/>
            <a:ext cx="6858000" cy="2174875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  <a:defRPr/>
            </a:pPr>
            <a:r>
              <a:rPr lang="en-US" dirty="0">
                <a:solidFill>
                  <a:schemeClr val="tx2"/>
                </a:solidFill>
                <a:latin typeface="Times New Roman" panose="02020603050405020304" pitchFamily="18" charset="0"/>
              </a:rPr>
              <a:t>BUILD_MAX_HEAP (A)</a:t>
            </a:r>
          </a:p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  <a:defRPr/>
            </a:pPr>
            <a:endParaRPr lang="en-US" sz="2400" dirty="0">
              <a:latin typeface="Arial" panose="020B0604020202020204" pitchFamily="34" charset="0"/>
            </a:endParaRPr>
          </a:p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  <a:defRPr/>
            </a:pPr>
            <a:r>
              <a:rPr lang="en-US" dirty="0">
                <a:latin typeface="Times New Roman" panose="02020603050405020304" pitchFamily="18" charset="0"/>
              </a:rPr>
              <a:t>1.</a:t>
            </a:r>
            <a:r>
              <a:rPr lang="en-US" i="1" dirty="0">
                <a:latin typeface="Times New Roman" panose="02020603050405020304" pitchFamily="18" charset="0"/>
              </a:rPr>
              <a:t>        </a:t>
            </a:r>
            <a:r>
              <a:rPr lang="en-US" i="1" dirty="0" err="1">
                <a:latin typeface="Times New Roman" panose="02020603050405020304" pitchFamily="18" charset="0"/>
              </a:rPr>
              <a:t>A.heap_size</a:t>
            </a:r>
            <a:r>
              <a:rPr lang="en-US" dirty="0">
                <a:latin typeface="Times New Roman" panose="02020603050405020304" pitchFamily="18" charset="0"/>
              </a:rPr>
              <a:t> =</a:t>
            </a:r>
            <a:r>
              <a:rPr lang="en-US" dirty="0" err="1">
                <a:latin typeface="Times New Roman" panose="02020603050405020304" pitchFamily="18" charset="0"/>
              </a:rPr>
              <a:t>A.</a:t>
            </a:r>
            <a:r>
              <a:rPr lang="en-US" i="1" dirty="0" err="1">
                <a:latin typeface="Times New Roman" panose="02020603050405020304" pitchFamily="18" charset="0"/>
              </a:rPr>
              <a:t>length</a:t>
            </a:r>
            <a:endParaRPr lang="en-US" dirty="0">
              <a:latin typeface="Times New Roman" panose="02020603050405020304" pitchFamily="18" charset="0"/>
            </a:endParaRPr>
          </a:p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  <a:defRPr/>
            </a:pPr>
            <a:r>
              <a:rPr lang="en-US" dirty="0">
                <a:latin typeface="Times New Roman" panose="02020603050405020304" pitchFamily="18" charset="0"/>
              </a:rPr>
              <a:t>2.</a:t>
            </a:r>
            <a:r>
              <a:rPr lang="en-US" b="1" dirty="0">
                <a:latin typeface="Times New Roman" panose="02020603050405020304" pitchFamily="18" charset="0"/>
              </a:rPr>
              <a:t>        for </a:t>
            </a:r>
            <a:r>
              <a:rPr lang="en-US" i="1" dirty="0" err="1">
                <a:latin typeface="Times New Roman" panose="02020603050405020304" pitchFamily="18" charset="0"/>
              </a:rPr>
              <a:t>i</a:t>
            </a:r>
            <a:r>
              <a:rPr lang="en-US" dirty="0">
                <a:latin typeface="Times New Roman" panose="02020603050405020304" pitchFamily="18" charset="0"/>
              </a:rPr>
              <a:t> </a:t>
            </a:r>
            <a:r>
              <a:rPr lang="en-US" dirty="0">
                <a:latin typeface="Times New Roman" panose="02020603050405020304" pitchFamily="18" charset="0"/>
                <a:sym typeface="Symbol" panose="05050102010706020507" pitchFamily="18" charset="2"/>
              </a:rPr>
              <a:t>=</a:t>
            </a:r>
            <a:r>
              <a:rPr lang="en-US" dirty="0">
                <a:latin typeface="Times New Roman" panose="02020603050405020304" pitchFamily="18" charset="0"/>
              </a:rPr>
              <a:t> </a:t>
            </a:r>
            <a:r>
              <a:rPr lang="en-US" dirty="0">
                <a:latin typeface="Times New Roman" panose="02020603050405020304" pitchFamily="18" charset="0"/>
                <a:sym typeface="Symbol" panose="05050102010706020507" pitchFamily="18" charset="2"/>
              </a:rPr>
              <a:t></a:t>
            </a:r>
            <a:r>
              <a:rPr lang="en-US" dirty="0" err="1">
                <a:latin typeface="Times New Roman" panose="02020603050405020304" pitchFamily="18" charset="0"/>
                <a:sym typeface="Symbol" panose="05050102010706020507" pitchFamily="18" charset="2"/>
              </a:rPr>
              <a:t>A.</a:t>
            </a:r>
            <a:r>
              <a:rPr lang="en-US" i="1" dirty="0" err="1">
                <a:latin typeface="Times New Roman" panose="02020603050405020304" pitchFamily="18" charset="0"/>
              </a:rPr>
              <a:t>length</a:t>
            </a:r>
            <a:r>
              <a:rPr lang="en-US" dirty="0">
                <a:latin typeface="Times New Roman" panose="02020603050405020304" pitchFamily="18" charset="0"/>
              </a:rPr>
              <a:t>/2</a:t>
            </a:r>
            <a:r>
              <a:rPr lang="en-US" dirty="0">
                <a:latin typeface="Times New Roman" panose="02020603050405020304" pitchFamily="18" charset="0"/>
                <a:sym typeface="Symbol" panose="05050102010706020507" pitchFamily="18" charset="2"/>
              </a:rPr>
              <a:t></a:t>
            </a:r>
            <a:r>
              <a:rPr lang="en-US" dirty="0">
                <a:latin typeface="Times New Roman" panose="02020603050405020304" pitchFamily="18" charset="0"/>
              </a:rPr>
              <a:t> </a:t>
            </a:r>
            <a:r>
              <a:rPr lang="en-US" b="1" dirty="0" err="1">
                <a:latin typeface="Times New Roman" panose="02020603050405020304" pitchFamily="18" charset="0"/>
              </a:rPr>
              <a:t>downto</a:t>
            </a:r>
            <a:r>
              <a:rPr lang="en-US" dirty="0">
                <a:latin typeface="Times New Roman" panose="02020603050405020304" pitchFamily="18" charset="0"/>
              </a:rPr>
              <a:t> 1</a:t>
            </a:r>
            <a:endParaRPr lang="en-US" b="1" dirty="0">
              <a:latin typeface="Times New Roman" panose="02020603050405020304" pitchFamily="18" charset="0"/>
            </a:endParaRPr>
          </a:p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  <a:defRPr/>
            </a:pPr>
            <a:r>
              <a:rPr lang="en-US" dirty="0">
                <a:latin typeface="Times New Roman" panose="02020603050405020304" pitchFamily="18" charset="0"/>
              </a:rPr>
              <a:t>3.                  MAX_HEAPIFY(</a:t>
            </a:r>
            <a:r>
              <a:rPr lang="en-US" i="1" dirty="0" err="1">
                <a:latin typeface="Times New Roman" panose="02020603050405020304" pitchFamily="18" charset="0"/>
              </a:rPr>
              <a:t>A</a:t>
            </a:r>
            <a:r>
              <a:rPr lang="en-US" dirty="0" err="1">
                <a:latin typeface="Times New Roman" panose="02020603050405020304" pitchFamily="18" charset="0"/>
              </a:rPr>
              <a:t>,</a:t>
            </a:r>
            <a:r>
              <a:rPr lang="en-US" i="1" dirty="0" err="1">
                <a:latin typeface="Times New Roman" panose="02020603050405020304" pitchFamily="18" charset="0"/>
              </a:rPr>
              <a:t>i</a:t>
            </a:r>
            <a:r>
              <a:rPr lang="en-US" dirty="0">
                <a:latin typeface="Times New Roman" panose="02020603050405020304" pitchFamily="18" charset="0"/>
              </a:rPr>
              <a:t>)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584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584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585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58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587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587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584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584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5846" grpId="0" autoUpdateAnimBg="0"/>
      <p:bldP spid="35849" grpId="0" autoUpdateAnimBg="0"/>
      <p:bldP spid="35874" grpId="0" autoUpdateAnimBg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00" name="Rectangle 2"/>
          <p:cNvSpPr>
            <a:spLocks noGrp="1" noChangeArrowheads="1"/>
          </p:cNvSpPr>
          <p:nvPr>
            <p:ph type="title"/>
          </p:nvPr>
        </p:nvSpPr>
        <p:spPr>
          <a:xfrm>
            <a:off x="2514600" y="228600"/>
            <a:ext cx="7772400" cy="685800"/>
          </a:xfrm>
        </p:spPr>
        <p:txBody>
          <a:bodyPr rtlCol="0">
            <a:normAutofit fontScale="9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dirty="0"/>
              <a:t>Solution</a:t>
            </a:r>
          </a:p>
        </p:txBody>
      </p:sp>
      <p:sp>
        <p:nvSpPr>
          <p:cNvPr id="45059" name="Slide Number Placeholder 5"/>
          <p:cNvSpPr>
            <a:spLocks noGrp="1"/>
          </p:cNvSpPr>
          <p:nvPr>
            <p:ph type="sldNum" sz="quarter" idx="12"/>
          </p:nvPr>
        </p:nvSpPr>
        <p:spPr bwMode="auto">
          <a:xfrm>
            <a:off x="8948738" y="6459539"/>
            <a:ext cx="984250" cy="3651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fld id="{B81EAA8F-2980-4412-B657-2EA083F7CE40}" type="slidenum">
              <a:rPr lang="en-US" sz="800">
                <a:latin typeface="Tahoma" panose="020B0604030504040204" pitchFamily="34" charset="0"/>
              </a:rPr>
              <a:pPr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t>18</a:t>
            </a:fld>
            <a:endParaRPr lang="en-US" sz="800">
              <a:latin typeface="Tahoma" panose="020B0604030504040204" pitchFamily="34" charset="0"/>
            </a:endParaRPr>
          </a:p>
        </p:txBody>
      </p:sp>
      <p:sp>
        <p:nvSpPr>
          <p:cNvPr id="36868" name="Text Box 4"/>
          <p:cNvSpPr txBox="1">
            <a:spLocks noChangeArrowheads="1"/>
          </p:cNvSpPr>
          <p:nvPr/>
        </p:nvSpPr>
        <p:spPr bwMode="auto">
          <a:xfrm>
            <a:off x="3200400" y="2819401"/>
            <a:ext cx="662940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50000"/>
              </a:spcBef>
              <a:buFontTx/>
              <a:buNone/>
            </a:pPr>
            <a:r>
              <a:rPr lang="en-US" sz="2000" i="1">
                <a:solidFill>
                  <a:srgbClr val="FF0000"/>
                </a:solidFill>
                <a:latin typeface="Times New Roman" panose="02020603050405020304" pitchFamily="18" charset="0"/>
              </a:rPr>
              <a:t>1         2          3      4          </a:t>
            </a:r>
            <a:r>
              <a:rPr lang="en-US" sz="2000" b="1" i="1">
                <a:latin typeface="Times New Roman" panose="02020603050405020304" pitchFamily="18" charset="0"/>
              </a:rPr>
              <a:t>5</a:t>
            </a:r>
            <a:r>
              <a:rPr lang="en-US" sz="2000" i="1">
                <a:solidFill>
                  <a:srgbClr val="FF0000"/>
                </a:solidFill>
                <a:latin typeface="Times New Roman" panose="02020603050405020304" pitchFamily="18" charset="0"/>
              </a:rPr>
              <a:t>         6      7        8        9         10</a:t>
            </a:r>
          </a:p>
        </p:txBody>
      </p:sp>
      <p:graphicFrame>
        <p:nvGraphicFramePr>
          <p:cNvPr id="36869" name="Group 5"/>
          <p:cNvGraphicFramePr>
            <a:graphicFrameLocks noGrp="1"/>
          </p:cNvGraphicFramePr>
          <p:nvPr/>
        </p:nvGraphicFramePr>
        <p:xfrm>
          <a:off x="3124200" y="3200400"/>
          <a:ext cx="6553200" cy="457200"/>
        </p:xfrm>
        <a:graphic>
          <a:graphicData uri="http://schemas.openxmlformats.org/drawingml/2006/table">
            <a:tbl>
              <a:tblPr/>
              <a:tblGrid>
                <a:gridCol w="65563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5563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540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5563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5563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55638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655637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65405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655638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655637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</a:tblGrid>
              <a:tr h="45720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4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3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2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16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9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10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14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8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7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36893" name="Text Box 29"/>
          <p:cNvSpPr txBox="1">
            <a:spLocks noChangeArrowheads="1"/>
          </p:cNvSpPr>
          <p:nvPr/>
        </p:nvSpPr>
        <p:spPr bwMode="auto">
          <a:xfrm>
            <a:off x="2514600" y="2743201"/>
            <a:ext cx="6096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50000"/>
              </a:spcBef>
              <a:buFontTx/>
              <a:buNone/>
            </a:pPr>
            <a:r>
              <a:rPr lang="en-US" b="1">
                <a:latin typeface="Times New Roman" panose="02020603050405020304" pitchFamily="18" charset="0"/>
              </a:rPr>
              <a:t>A</a:t>
            </a:r>
          </a:p>
        </p:txBody>
      </p:sp>
      <p:sp>
        <p:nvSpPr>
          <p:cNvPr id="45086" name="Text Box 30"/>
          <p:cNvSpPr txBox="1">
            <a:spLocks noChangeArrowheads="1"/>
          </p:cNvSpPr>
          <p:nvPr/>
        </p:nvSpPr>
        <p:spPr bwMode="auto">
          <a:xfrm>
            <a:off x="2057400" y="1066562"/>
            <a:ext cx="7924800" cy="1600438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50000"/>
              </a:spcBef>
              <a:buFontTx/>
              <a:buNone/>
            </a:pPr>
            <a:r>
              <a:rPr lang="en-US" u="sng" dirty="0">
                <a:latin typeface="Times New Roman" panose="02020603050405020304" pitchFamily="18" charset="0"/>
              </a:rPr>
              <a:t>Step1</a:t>
            </a:r>
          </a:p>
          <a:p>
            <a:pPr eaLnBrk="1" hangingPunct="1">
              <a:lnSpc>
                <a:spcPct val="100000"/>
              </a:lnSpc>
              <a:spcBef>
                <a:spcPct val="50000"/>
              </a:spcBef>
              <a:buFontTx/>
              <a:buNone/>
            </a:pPr>
            <a:r>
              <a:rPr lang="en-US" i="1" dirty="0" err="1">
                <a:latin typeface="Times New Roman" panose="02020603050405020304" pitchFamily="18" charset="0"/>
              </a:rPr>
              <a:t>i</a:t>
            </a:r>
            <a:r>
              <a:rPr lang="en-US" i="1" dirty="0">
                <a:latin typeface="Times New Roman" panose="02020603050405020304" pitchFamily="18" charset="0"/>
              </a:rPr>
              <a:t> </a:t>
            </a:r>
            <a:r>
              <a:rPr lang="en-US" dirty="0">
                <a:latin typeface="Times New Roman" panose="02020603050405020304" pitchFamily="18" charset="0"/>
              </a:rPr>
              <a:t>= </a:t>
            </a:r>
            <a:r>
              <a:rPr lang="en-US" dirty="0">
                <a:latin typeface="Times New Roman" panose="02020603050405020304" pitchFamily="18" charset="0"/>
                <a:sym typeface="Symbol" panose="05050102010706020507" pitchFamily="18" charset="2"/>
              </a:rPr>
              <a:t></a:t>
            </a:r>
            <a:r>
              <a:rPr lang="en-US" i="1" dirty="0">
                <a:latin typeface="Times New Roman" panose="02020603050405020304" pitchFamily="18" charset="0"/>
              </a:rPr>
              <a:t>length</a:t>
            </a:r>
            <a:r>
              <a:rPr lang="en-US" dirty="0">
                <a:latin typeface="Times New Roman" panose="02020603050405020304" pitchFamily="18" charset="0"/>
              </a:rPr>
              <a:t>[</a:t>
            </a:r>
            <a:r>
              <a:rPr lang="en-US" i="1" dirty="0">
                <a:latin typeface="Times New Roman" panose="02020603050405020304" pitchFamily="18" charset="0"/>
              </a:rPr>
              <a:t>A</a:t>
            </a:r>
            <a:r>
              <a:rPr lang="en-US" dirty="0">
                <a:latin typeface="Times New Roman" panose="02020603050405020304" pitchFamily="18" charset="0"/>
              </a:rPr>
              <a:t>]/2</a:t>
            </a:r>
            <a:r>
              <a:rPr lang="en-US" dirty="0">
                <a:latin typeface="Times New Roman" panose="02020603050405020304" pitchFamily="18" charset="0"/>
                <a:sym typeface="Symbol" panose="05050102010706020507" pitchFamily="18" charset="2"/>
              </a:rPr>
              <a:t></a:t>
            </a:r>
            <a:r>
              <a:rPr lang="en-US" dirty="0">
                <a:latin typeface="Times New Roman" panose="02020603050405020304" pitchFamily="18" charset="0"/>
              </a:rPr>
              <a:t> =  </a:t>
            </a:r>
            <a:r>
              <a:rPr lang="en-US" dirty="0">
                <a:latin typeface="Times New Roman" panose="02020603050405020304" pitchFamily="18" charset="0"/>
                <a:sym typeface="Symbol" panose="05050102010706020507" pitchFamily="18" charset="2"/>
              </a:rPr>
              <a:t>10/2 </a:t>
            </a:r>
            <a:r>
              <a:rPr lang="en-US" dirty="0">
                <a:latin typeface="Times New Roman" panose="02020603050405020304" pitchFamily="18" charset="0"/>
              </a:rPr>
              <a:t> =5</a:t>
            </a:r>
          </a:p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dirty="0">
                <a:latin typeface="Times New Roman" panose="02020603050405020304" pitchFamily="18" charset="0"/>
              </a:rPr>
              <a:t>MAX_HEAPIFY(</a:t>
            </a:r>
            <a:r>
              <a:rPr lang="en-US" i="1" dirty="0">
                <a:latin typeface="Times New Roman" panose="02020603050405020304" pitchFamily="18" charset="0"/>
              </a:rPr>
              <a:t>A</a:t>
            </a:r>
            <a:r>
              <a:rPr lang="en-US" dirty="0">
                <a:latin typeface="Times New Roman" panose="02020603050405020304" pitchFamily="18" charset="0"/>
              </a:rPr>
              <a:t>,5)</a:t>
            </a:r>
          </a:p>
        </p:txBody>
      </p:sp>
      <p:grpSp>
        <p:nvGrpSpPr>
          <p:cNvPr id="45087" name="Group 74"/>
          <p:cNvGrpSpPr>
            <a:grpSpLocks/>
          </p:cNvGrpSpPr>
          <p:nvPr/>
        </p:nvGrpSpPr>
        <p:grpSpPr bwMode="auto">
          <a:xfrm>
            <a:off x="4267201" y="4267200"/>
            <a:ext cx="3698875" cy="1828800"/>
            <a:chOff x="1754" y="2833"/>
            <a:chExt cx="2064" cy="1044"/>
          </a:xfrm>
        </p:grpSpPr>
        <p:sp>
          <p:nvSpPr>
            <p:cNvPr id="45092" name="Oval 32"/>
            <p:cNvSpPr>
              <a:spLocks noChangeArrowheads="1"/>
            </p:cNvSpPr>
            <p:nvPr/>
          </p:nvSpPr>
          <p:spPr bwMode="auto">
            <a:xfrm>
              <a:off x="2807" y="2833"/>
              <a:ext cx="323" cy="205"/>
            </a:xfrm>
            <a:prstGeom prst="ellipse">
              <a:avLst/>
            </a:prstGeom>
            <a:solidFill>
              <a:schemeClr val="accent1">
                <a:lumMod val="60000"/>
                <a:lumOff val="40000"/>
              </a:schemeClr>
            </a:solidFill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buFontTx/>
                <a:buNone/>
                <a:defRPr/>
              </a:pPr>
              <a:endParaRPr lang="en-US" sz="2400">
                <a:latin typeface="Tahoma" panose="020B0604030504040204" pitchFamily="34" charset="0"/>
              </a:endParaRPr>
            </a:p>
          </p:txBody>
        </p:sp>
        <p:sp>
          <p:nvSpPr>
            <p:cNvPr id="45093" name="Rectangle 33"/>
            <p:cNvSpPr>
              <a:spLocks noChangeArrowheads="1"/>
            </p:cNvSpPr>
            <p:nvPr/>
          </p:nvSpPr>
          <p:spPr bwMode="auto">
            <a:xfrm>
              <a:off x="2907" y="2887"/>
              <a:ext cx="152" cy="12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endParaRPr lang="en-US" sz="2400">
                <a:latin typeface="Tahoma" panose="020B0604030504040204" pitchFamily="34" charset="0"/>
              </a:endParaRPr>
            </a:p>
          </p:txBody>
        </p:sp>
        <p:sp>
          <p:nvSpPr>
            <p:cNvPr id="45094" name="Rectangle 34"/>
            <p:cNvSpPr>
              <a:spLocks noChangeArrowheads="1"/>
            </p:cNvSpPr>
            <p:nvPr/>
          </p:nvSpPr>
          <p:spPr bwMode="auto">
            <a:xfrm>
              <a:off x="2907" y="2889"/>
              <a:ext cx="71" cy="17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r>
                <a:rPr lang="en-US" sz="2000" b="1">
                  <a:solidFill>
                    <a:srgbClr val="000000"/>
                  </a:solidFill>
                  <a:latin typeface="Times New Roman" panose="02020603050405020304" pitchFamily="18" charset="0"/>
                </a:rPr>
                <a:t>4</a:t>
              </a:r>
              <a:endParaRPr lang="en-US" sz="2000" b="1">
                <a:latin typeface="Times New Roman" panose="02020603050405020304" pitchFamily="18" charset="0"/>
              </a:endParaRPr>
            </a:p>
          </p:txBody>
        </p:sp>
        <p:sp>
          <p:nvSpPr>
            <p:cNvPr id="45095" name="Oval 35"/>
            <p:cNvSpPr>
              <a:spLocks noChangeArrowheads="1"/>
            </p:cNvSpPr>
            <p:nvPr/>
          </p:nvSpPr>
          <p:spPr bwMode="auto">
            <a:xfrm>
              <a:off x="2348" y="3115"/>
              <a:ext cx="322" cy="203"/>
            </a:xfrm>
            <a:prstGeom prst="ellipse">
              <a:avLst/>
            </a:prstGeom>
            <a:solidFill>
              <a:schemeClr val="accent1">
                <a:lumMod val="60000"/>
                <a:lumOff val="40000"/>
              </a:schemeClr>
            </a:solidFill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buFontTx/>
                <a:buNone/>
                <a:defRPr/>
              </a:pPr>
              <a:endParaRPr lang="en-US" sz="2400">
                <a:latin typeface="Tahoma" panose="020B0604030504040204" pitchFamily="34" charset="0"/>
              </a:endParaRPr>
            </a:p>
          </p:txBody>
        </p:sp>
        <p:sp>
          <p:nvSpPr>
            <p:cNvPr id="45096" name="Rectangle 36"/>
            <p:cNvSpPr>
              <a:spLocks noChangeArrowheads="1"/>
            </p:cNvSpPr>
            <p:nvPr/>
          </p:nvSpPr>
          <p:spPr bwMode="auto">
            <a:xfrm>
              <a:off x="2448" y="3169"/>
              <a:ext cx="152" cy="12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endParaRPr lang="en-US" sz="2400">
                <a:latin typeface="Tahoma" panose="020B0604030504040204" pitchFamily="34" charset="0"/>
              </a:endParaRPr>
            </a:p>
          </p:txBody>
        </p:sp>
        <p:sp>
          <p:nvSpPr>
            <p:cNvPr id="45097" name="Rectangle 37"/>
            <p:cNvSpPr>
              <a:spLocks noChangeArrowheads="1"/>
            </p:cNvSpPr>
            <p:nvPr/>
          </p:nvSpPr>
          <p:spPr bwMode="auto">
            <a:xfrm>
              <a:off x="2448" y="3168"/>
              <a:ext cx="57" cy="14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r>
                <a:rPr lang="en-US" sz="1600" b="1">
                  <a:solidFill>
                    <a:srgbClr val="000000"/>
                  </a:solidFill>
                  <a:latin typeface="Times New Roman" panose="02020603050405020304" pitchFamily="18" charset="0"/>
                </a:rPr>
                <a:t>1</a:t>
              </a:r>
              <a:endParaRPr lang="en-US" b="1">
                <a:latin typeface="Times New Roman" panose="02020603050405020304" pitchFamily="18" charset="0"/>
              </a:endParaRPr>
            </a:p>
          </p:txBody>
        </p:sp>
        <p:sp>
          <p:nvSpPr>
            <p:cNvPr id="45098" name="Oval 38"/>
            <p:cNvSpPr>
              <a:spLocks noChangeArrowheads="1"/>
            </p:cNvSpPr>
            <p:nvPr/>
          </p:nvSpPr>
          <p:spPr bwMode="auto">
            <a:xfrm>
              <a:off x="3268" y="3127"/>
              <a:ext cx="317" cy="206"/>
            </a:xfrm>
            <a:prstGeom prst="ellipse">
              <a:avLst/>
            </a:prstGeom>
            <a:solidFill>
              <a:schemeClr val="accent1">
                <a:lumMod val="60000"/>
                <a:lumOff val="40000"/>
              </a:schemeClr>
            </a:solidFill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buFontTx/>
                <a:buNone/>
                <a:defRPr/>
              </a:pPr>
              <a:endParaRPr lang="en-US" sz="2400">
                <a:latin typeface="Tahoma" panose="020B0604030504040204" pitchFamily="34" charset="0"/>
              </a:endParaRPr>
            </a:p>
          </p:txBody>
        </p:sp>
        <p:sp>
          <p:nvSpPr>
            <p:cNvPr id="45099" name="Rectangle 39"/>
            <p:cNvSpPr>
              <a:spLocks noChangeArrowheads="1"/>
            </p:cNvSpPr>
            <p:nvPr/>
          </p:nvSpPr>
          <p:spPr bwMode="auto">
            <a:xfrm>
              <a:off x="3368" y="3181"/>
              <a:ext cx="150" cy="12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endParaRPr lang="en-US" sz="2400">
                <a:latin typeface="Tahoma" panose="020B0604030504040204" pitchFamily="34" charset="0"/>
              </a:endParaRPr>
            </a:p>
          </p:txBody>
        </p:sp>
        <p:sp>
          <p:nvSpPr>
            <p:cNvPr id="45100" name="Rectangle 40"/>
            <p:cNvSpPr>
              <a:spLocks noChangeArrowheads="1"/>
            </p:cNvSpPr>
            <p:nvPr/>
          </p:nvSpPr>
          <p:spPr bwMode="auto">
            <a:xfrm>
              <a:off x="3368" y="3182"/>
              <a:ext cx="57" cy="14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r>
                <a:rPr lang="en-US" sz="1600" b="1">
                  <a:solidFill>
                    <a:srgbClr val="000000"/>
                  </a:solidFill>
                  <a:latin typeface="Times New Roman" panose="02020603050405020304" pitchFamily="18" charset="0"/>
                </a:rPr>
                <a:t>3</a:t>
              </a:r>
              <a:endParaRPr lang="en-US" b="1">
                <a:latin typeface="Times New Roman" panose="02020603050405020304" pitchFamily="18" charset="0"/>
              </a:endParaRPr>
            </a:p>
          </p:txBody>
        </p:sp>
        <p:sp>
          <p:nvSpPr>
            <p:cNvPr id="45101" name="Oval 41"/>
            <p:cNvSpPr>
              <a:spLocks noChangeArrowheads="1"/>
            </p:cNvSpPr>
            <p:nvPr/>
          </p:nvSpPr>
          <p:spPr bwMode="auto">
            <a:xfrm>
              <a:off x="2001" y="3364"/>
              <a:ext cx="299" cy="207"/>
            </a:xfrm>
            <a:prstGeom prst="ellipse">
              <a:avLst/>
            </a:prstGeom>
            <a:solidFill>
              <a:schemeClr val="accent1">
                <a:lumMod val="60000"/>
                <a:lumOff val="40000"/>
              </a:schemeClr>
            </a:solidFill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buFontTx/>
                <a:buNone/>
                <a:defRPr/>
              </a:pPr>
              <a:endParaRPr lang="en-US" sz="2400">
                <a:latin typeface="Tahoma" panose="020B0604030504040204" pitchFamily="34" charset="0"/>
              </a:endParaRPr>
            </a:p>
          </p:txBody>
        </p:sp>
        <p:sp>
          <p:nvSpPr>
            <p:cNvPr id="45102" name="Rectangle 42"/>
            <p:cNvSpPr>
              <a:spLocks noChangeArrowheads="1"/>
            </p:cNvSpPr>
            <p:nvPr/>
          </p:nvSpPr>
          <p:spPr bwMode="auto">
            <a:xfrm>
              <a:off x="2098" y="3420"/>
              <a:ext cx="152" cy="12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endParaRPr lang="en-US" sz="2400">
                <a:latin typeface="Tahoma" panose="020B0604030504040204" pitchFamily="34" charset="0"/>
              </a:endParaRPr>
            </a:p>
          </p:txBody>
        </p:sp>
        <p:sp>
          <p:nvSpPr>
            <p:cNvPr id="45103" name="Rectangle 43"/>
            <p:cNvSpPr>
              <a:spLocks noChangeArrowheads="1"/>
            </p:cNvSpPr>
            <p:nvPr/>
          </p:nvSpPr>
          <p:spPr bwMode="auto">
            <a:xfrm>
              <a:off x="2098" y="3420"/>
              <a:ext cx="57" cy="14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r>
                <a:rPr lang="en-US" sz="1600" b="1">
                  <a:solidFill>
                    <a:srgbClr val="000000"/>
                  </a:solidFill>
                  <a:latin typeface="Times New Roman" panose="02020603050405020304" pitchFamily="18" charset="0"/>
                </a:rPr>
                <a:t>2</a:t>
              </a:r>
              <a:endParaRPr lang="en-US" b="1">
                <a:latin typeface="Times New Roman" panose="02020603050405020304" pitchFamily="18" charset="0"/>
              </a:endParaRPr>
            </a:p>
          </p:txBody>
        </p:sp>
        <p:sp>
          <p:nvSpPr>
            <p:cNvPr id="45104" name="Oval 44"/>
            <p:cNvSpPr>
              <a:spLocks noChangeArrowheads="1"/>
            </p:cNvSpPr>
            <p:nvPr/>
          </p:nvSpPr>
          <p:spPr bwMode="auto">
            <a:xfrm>
              <a:off x="2674" y="3382"/>
              <a:ext cx="321" cy="205"/>
            </a:xfrm>
            <a:prstGeom prst="ellipse">
              <a:avLst/>
            </a:prstGeom>
            <a:solidFill>
              <a:schemeClr val="accent1">
                <a:lumMod val="60000"/>
                <a:lumOff val="40000"/>
              </a:schemeClr>
            </a:solidFill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buFontTx/>
                <a:buNone/>
                <a:defRPr/>
              </a:pPr>
              <a:endParaRPr lang="en-US" sz="2400">
                <a:latin typeface="Tahoma" panose="020B0604030504040204" pitchFamily="34" charset="0"/>
              </a:endParaRPr>
            </a:p>
          </p:txBody>
        </p:sp>
        <p:sp>
          <p:nvSpPr>
            <p:cNvPr id="45105" name="Rectangle 45"/>
            <p:cNvSpPr>
              <a:spLocks noChangeArrowheads="1"/>
            </p:cNvSpPr>
            <p:nvPr/>
          </p:nvSpPr>
          <p:spPr bwMode="auto">
            <a:xfrm>
              <a:off x="2775" y="3437"/>
              <a:ext cx="151" cy="1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endParaRPr lang="en-US" sz="2400">
                <a:latin typeface="Tahoma" panose="020B0604030504040204" pitchFamily="34" charset="0"/>
              </a:endParaRPr>
            </a:p>
          </p:txBody>
        </p:sp>
        <p:sp>
          <p:nvSpPr>
            <p:cNvPr id="45106" name="Rectangle 46"/>
            <p:cNvSpPr>
              <a:spLocks noChangeArrowheads="1"/>
            </p:cNvSpPr>
            <p:nvPr/>
          </p:nvSpPr>
          <p:spPr bwMode="auto">
            <a:xfrm>
              <a:off x="2775" y="3439"/>
              <a:ext cx="114" cy="141"/>
            </a:xfrm>
            <a:prstGeom prst="rect">
              <a:avLst/>
            </a:prstGeom>
            <a:solidFill>
              <a:schemeClr val="accent1">
                <a:lumMod val="60000"/>
                <a:lumOff val="4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buFontTx/>
                <a:buNone/>
                <a:defRPr/>
              </a:pPr>
              <a:r>
                <a:rPr lang="en-US" sz="1600" b="1">
                  <a:solidFill>
                    <a:srgbClr val="000000"/>
                  </a:solidFill>
                  <a:latin typeface="Times New Roman" panose="02020603050405020304" pitchFamily="18" charset="0"/>
                </a:rPr>
                <a:t>16</a:t>
              </a:r>
              <a:endParaRPr lang="en-US" b="1">
                <a:latin typeface="Times New Roman" panose="02020603050405020304" pitchFamily="18" charset="0"/>
              </a:endParaRPr>
            </a:p>
          </p:txBody>
        </p:sp>
        <p:sp>
          <p:nvSpPr>
            <p:cNvPr id="45107" name="Oval 47"/>
            <p:cNvSpPr>
              <a:spLocks noChangeArrowheads="1"/>
            </p:cNvSpPr>
            <p:nvPr/>
          </p:nvSpPr>
          <p:spPr bwMode="auto">
            <a:xfrm>
              <a:off x="3047" y="3370"/>
              <a:ext cx="308" cy="205"/>
            </a:xfrm>
            <a:prstGeom prst="ellipse">
              <a:avLst/>
            </a:prstGeom>
            <a:solidFill>
              <a:schemeClr val="accent1">
                <a:lumMod val="60000"/>
                <a:lumOff val="40000"/>
              </a:schemeClr>
            </a:solidFill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buFontTx/>
                <a:buNone/>
                <a:defRPr/>
              </a:pPr>
              <a:endParaRPr lang="en-US" sz="2400">
                <a:latin typeface="Tahoma" panose="020B0604030504040204" pitchFamily="34" charset="0"/>
              </a:endParaRPr>
            </a:p>
          </p:txBody>
        </p:sp>
        <p:sp>
          <p:nvSpPr>
            <p:cNvPr id="45108" name="Rectangle 48"/>
            <p:cNvSpPr>
              <a:spLocks noChangeArrowheads="1"/>
            </p:cNvSpPr>
            <p:nvPr/>
          </p:nvSpPr>
          <p:spPr bwMode="auto">
            <a:xfrm>
              <a:off x="3147" y="3424"/>
              <a:ext cx="149" cy="1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endParaRPr lang="en-US" sz="2400">
                <a:latin typeface="Tahoma" panose="020B0604030504040204" pitchFamily="34" charset="0"/>
              </a:endParaRPr>
            </a:p>
          </p:txBody>
        </p:sp>
        <p:sp>
          <p:nvSpPr>
            <p:cNvPr id="45109" name="Rectangle 49"/>
            <p:cNvSpPr>
              <a:spLocks noChangeArrowheads="1"/>
            </p:cNvSpPr>
            <p:nvPr/>
          </p:nvSpPr>
          <p:spPr bwMode="auto">
            <a:xfrm>
              <a:off x="3147" y="3427"/>
              <a:ext cx="57" cy="14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r>
                <a:rPr lang="en-US" sz="1600" b="1">
                  <a:solidFill>
                    <a:srgbClr val="000000"/>
                  </a:solidFill>
                  <a:latin typeface="Times New Roman" panose="02020603050405020304" pitchFamily="18" charset="0"/>
                </a:rPr>
                <a:t>9</a:t>
              </a:r>
              <a:endParaRPr lang="en-US" b="1">
                <a:latin typeface="Times New Roman" panose="02020603050405020304" pitchFamily="18" charset="0"/>
              </a:endParaRPr>
            </a:p>
          </p:txBody>
        </p:sp>
        <p:sp>
          <p:nvSpPr>
            <p:cNvPr id="45110" name="Oval 50"/>
            <p:cNvSpPr>
              <a:spLocks noChangeArrowheads="1"/>
            </p:cNvSpPr>
            <p:nvPr/>
          </p:nvSpPr>
          <p:spPr bwMode="auto">
            <a:xfrm>
              <a:off x="3501" y="3376"/>
              <a:ext cx="317" cy="208"/>
            </a:xfrm>
            <a:prstGeom prst="ellipse">
              <a:avLst/>
            </a:prstGeom>
            <a:solidFill>
              <a:schemeClr val="accent1">
                <a:lumMod val="60000"/>
                <a:lumOff val="40000"/>
              </a:schemeClr>
            </a:solidFill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buFontTx/>
                <a:buNone/>
                <a:defRPr/>
              </a:pPr>
              <a:endParaRPr lang="en-US" sz="2400">
                <a:latin typeface="Tahoma" panose="020B0604030504040204" pitchFamily="34" charset="0"/>
              </a:endParaRPr>
            </a:p>
          </p:txBody>
        </p:sp>
        <p:sp>
          <p:nvSpPr>
            <p:cNvPr id="45111" name="Rectangle 51"/>
            <p:cNvSpPr>
              <a:spLocks noChangeArrowheads="1"/>
            </p:cNvSpPr>
            <p:nvPr/>
          </p:nvSpPr>
          <p:spPr bwMode="auto">
            <a:xfrm>
              <a:off x="3602" y="3433"/>
              <a:ext cx="151" cy="12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endParaRPr lang="en-US" sz="2400">
                <a:latin typeface="Tahoma" panose="020B0604030504040204" pitchFamily="34" charset="0"/>
              </a:endParaRPr>
            </a:p>
          </p:txBody>
        </p:sp>
        <p:sp>
          <p:nvSpPr>
            <p:cNvPr id="45112" name="Rectangle 52"/>
            <p:cNvSpPr>
              <a:spLocks noChangeArrowheads="1"/>
            </p:cNvSpPr>
            <p:nvPr/>
          </p:nvSpPr>
          <p:spPr bwMode="auto">
            <a:xfrm>
              <a:off x="3602" y="3435"/>
              <a:ext cx="114" cy="14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r>
                <a:rPr lang="en-US" sz="1600" b="1">
                  <a:solidFill>
                    <a:srgbClr val="000000"/>
                  </a:solidFill>
                  <a:latin typeface="Times New Roman" panose="02020603050405020304" pitchFamily="18" charset="0"/>
                </a:rPr>
                <a:t>10</a:t>
              </a:r>
              <a:endParaRPr lang="en-US" b="1">
                <a:latin typeface="Times New Roman" panose="02020603050405020304" pitchFamily="18" charset="0"/>
              </a:endParaRPr>
            </a:p>
          </p:txBody>
        </p:sp>
        <p:sp>
          <p:nvSpPr>
            <p:cNvPr id="45113" name="Oval 53"/>
            <p:cNvSpPr>
              <a:spLocks noChangeArrowheads="1"/>
            </p:cNvSpPr>
            <p:nvPr/>
          </p:nvSpPr>
          <p:spPr bwMode="auto">
            <a:xfrm>
              <a:off x="2233" y="3670"/>
              <a:ext cx="275" cy="207"/>
            </a:xfrm>
            <a:prstGeom prst="ellipse">
              <a:avLst/>
            </a:prstGeom>
            <a:solidFill>
              <a:schemeClr val="accent1">
                <a:lumMod val="60000"/>
                <a:lumOff val="40000"/>
              </a:schemeClr>
            </a:solidFill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buFontTx/>
                <a:buNone/>
                <a:defRPr/>
              </a:pPr>
              <a:endParaRPr lang="en-US" sz="2400">
                <a:latin typeface="Tahoma" panose="020B0604030504040204" pitchFamily="34" charset="0"/>
              </a:endParaRPr>
            </a:p>
          </p:txBody>
        </p:sp>
        <p:sp>
          <p:nvSpPr>
            <p:cNvPr id="45114" name="Rectangle 54"/>
            <p:cNvSpPr>
              <a:spLocks noChangeArrowheads="1"/>
            </p:cNvSpPr>
            <p:nvPr/>
          </p:nvSpPr>
          <p:spPr bwMode="auto">
            <a:xfrm>
              <a:off x="2327" y="3721"/>
              <a:ext cx="131" cy="13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endParaRPr lang="en-US" sz="2400">
                <a:latin typeface="Tahoma" panose="020B0604030504040204" pitchFamily="34" charset="0"/>
              </a:endParaRPr>
            </a:p>
          </p:txBody>
        </p:sp>
        <p:sp>
          <p:nvSpPr>
            <p:cNvPr id="45115" name="Rectangle 55"/>
            <p:cNvSpPr>
              <a:spLocks noChangeArrowheads="1"/>
            </p:cNvSpPr>
            <p:nvPr/>
          </p:nvSpPr>
          <p:spPr bwMode="auto">
            <a:xfrm>
              <a:off x="2327" y="3722"/>
              <a:ext cx="57" cy="14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r>
                <a:rPr lang="en-US" sz="1600" b="1">
                  <a:solidFill>
                    <a:srgbClr val="000000"/>
                  </a:solidFill>
                  <a:latin typeface="Times New Roman" panose="02020603050405020304" pitchFamily="18" charset="0"/>
                </a:rPr>
                <a:t>8</a:t>
              </a:r>
              <a:endParaRPr lang="en-US" b="1">
                <a:latin typeface="Times New Roman" panose="02020603050405020304" pitchFamily="18" charset="0"/>
              </a:endParaRPr>
            </a:p>
          </p:txBody>
        </p:sp>
        <p:sp>
          <p:nvSpPr>
            <p:cNvPr id="45116" name="Oval 56"/>
            <p:cNvSpPr>
              <a:spLocks noChangeArrowheads="1"/>
            </p:cNvSpPr>
            <p:nvPr/>
          </p:nvSpPr>
          <p:spPr bwMode="auto">
            <a:xfrm>
              <a:off x="1754" y="3664"/>
              <a:ext cx="272" cy="205"/>
            </a:xfrm>
            <a:prstGeom prst="ellipse">
              <a:avLst/>
            </a:prstGeom>
            <a:solidFill>
              <a:schemeClr val="accent1">
                <a:lumMod val="60000"/>
                <a:lumOff val="40000"/>
              </a:schemeClr>
            </a:solidFill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buFontTx/>
                <a:buNone/>
                <a:defRPr/>
              </a:pPr>
              <a:endParaRPr lang="en-US" sz="2400">
                <a:latin typeface="Tahoma" panose="020B0604030504040204" pitchFamily="34" charset="0"/>
              </a:endParaRPr>
            </a:p>
          </p:txBody>
        </p:sp>
        <p:sp>
          <p:nvSpPr>
            <p:cNvPr id="45117" name="Rectangle 57"/>
            <p:cNvSpPr>
              <a:spLocks noChangeArrowheads="1"/>
            </p:cNvSpPr>
            <p:nvPr/>
          </p:nvSpPr>
          <p:spPr bwMode="auto">
            <a:xfrm>
              <a:off x="1844" y="3718"/>
              <a:ext cx="99" cy="1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endParaRPr lang="en-US" sz="2400">
                <a:latin typeface="Tahoma" panose="020B0604030504040204" pitchFamily="34" charset="0"/>
              </a:endParaRPr>
            </a:p>
          </p:txBody>
        </p:sp>
        <p:sp>
          <p:nvSpPr>
            <p:cNvPr id="45118" name="Rectangle 58"/>
            <p:cNvSpPr>
              <a:spLocks noChangeArrowheads="1"/>
            </p:cNvSpPr>
            <p:nvPr/>
          </p:nvSpPr>
          <p:spPr bwMode="auto">
            <a:xfrm>
              <a:off x="1844" y="3721"/>
              <a:ext cx="114" cy="14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r>
                <a:rPr lang="en-US" sz="1600" b="1">
                  <a:solidFill>
                    <a:srgbClr val="000000"/>
                  </a:solidFill>
                  <a:latin typeface="Times New Roman" panose="02020603050405020304" pitchFamily="18" charset="0"/>
                </a:rPr>
                <a:t>14</a:t>
              </a:r>
              <a:endParaRPr lang="en-US" b="1">
                <a:latin typeface="Times New Roman" panose="02020603050405020304" pitchFamily="18" charset="0"/>
              </a:endParaRPr>
            </a:p>
          </p:txBody>
        </p:sp>
        <p:sp>
          <p:nvSpPr>
            <p:cNvPr id="45119" name="Oval 59"/>
            <p:cNvSpPr>
              <a:spLocks noChangeArrowheads="1"/>
            </p:cNvSpPr>
            <p:nvPr/>
          </p:nvSpPr>
          <p:spPr bwMode="auto">
            <a:xfrm>
              <a:off x="2553" y="3670"/>
              <a:ext cx="324" cy="207"/>
            </a:xfrm>
            <a:prstGeom prst="ellipse">
              <a:avLst/>
            </a:prstGeom>
            <a:solidFill>
              <a:schemeClr val="accent1">
                <a:lumMod val="60000"/>
                <a:lumOff val="40000"/>
              </a:schemeClr>
            </a:solidFill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buFontTx/>
                <a:buNone/>
                <a:defRPr/>
              </a:pPr>
              <a:endParaRPr lang="en-US" sz="2400">
                <a:latin typeface="Tahoma" panose="020B0604030504040204" pitchFamily="34" charset="0"/>
              </a:endParaRPr>
            </a:p>
          </p:txBody>
        </p:sp>
        <p:sp>
          <p:nvSpPr>
            <p:cNvPr id="45120" name="Rectangle 60"/>
            <p:cNvSpPr>
              <a:spLocks noChangeArrowheads="1"/>
            </p:cNvSpPr>
            <p:nvPr/>
          </p:nvSpPr>
          <p:spPr bwMode="auto">
            <a:xfrm>
              <a:off x="2653" y="3726"/>
              <a:ext cx="151" cy="1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endParaRPr lang="en-US" sz="2400">
                <a:latin typeface="Tahoma" panose="020B0604030504040204" pitchFamily="34" charset="0"/>
              </a:endParaRPr>
            </a:p>
          </p:txBody>
        </p:sp>
        <p:sp>
          <p:nvSpPr>
            <p:cNvPr id="45121" name="Rectangle 61"/>
            <p:cNvSpPr>
              <a:spLocks noChangeArrowheads="1"/>
            </p:cNvSpPr>
            <p:nvPr/>
          </p:nvSpPr>
          <p:spPr bwMode="auto">
            <a:xfrm>
              <a:off x="2653" y="3726"/>
              <a:ext cx="57" cy="14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r>
                <a:rPr lang="en-US" sz="1600" b="1">
                  <a:solidFill>
                    <a:srgbClr val="000000"/>
                  </a:solidFill>
                  <a:latin typeface="Times New Roman" panose="02020603050405020304" pitchFamily="18" charset="0"/>
                </a:rPr>
                <a:t>7</a:t>
              </a:r>
              <a:endParaRPr lang="en-US" b="1">
                <a:latin typeface="Times New Roman" panose="02020603050405020304" pitchFamily="18" charset="0"/>
              </a:endParaRPr>
            </a:p>
          </p:txBody>
        </p:sp>
        <p:sp>
          <p:nvSpPr>
            <p:cNvPr id="45122" name="Line 62"/>
            <p:cNvSpPr>
              <a:spLocks noChangeShapeType="1"/>
            </p:cNvSpPr>
            <p:nvPr/>
          </p:nvSpPr>
          <p:spPr bwMode="auto">
            <a:xfrm flipH="1">
              <a:off x="2581" y="2984"/>
              <a:ext cx="240" cy="153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5123" name="Line 63"/>
            <p:cNvSpPr>
              <a:spLocks noChangeShapeType="1"/>
            </p:cNvSpPr>
            <p:nvPr/>
          </p:nvSpPr>
          <p:spPr bwMode="auto">
            <a:xfrm>
              <a:off x="3056" y="2992"/>
              <a:ext cx="238" cy="157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5124" name="Line 64"/>
            <p:cNvSpPr>
              <a:spLocks noChangeShapeType="1"/>
            </p:cNvSpPr>
            <p:nvPr/>
          </p:nvSpPr>
          <p:spPr bwMode="auto">
            <a:xfrm flipH="1">
              <a:off x="2227" y="3266"/>
              <a:ext cx="147" cy="122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5125" name="Line 65"/>
            <p:cNvSpPr>
              <a:spLocks noChangeShapeType="1"/>
            </p:cNvSpPr>
            <p:nvPr/>
          </p:nvSpPr>
          <p:spPr bwMode="auto">
            <a:xfrm>
              <a:off x="2594" y="3273"/>
              <a:ext cx="133" cy="128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5126" name="Line 66"/>
            <p:cNvSpPr>
              <a:spLocks noChangeShapeType="1"/>
            </p:cNvSpPr>
            <p:nvPr/>
          </p:nvSpPr>
          <p:spPr bwMode="auto">
            <a:xfrm flipH="1">
              <a:off x="3231" y="3310"/>
              <a:ext cx="86" cy="66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5127" name="Line 67"/>
            <p:cNvSpPr>
              <a:spLocks noChangeShapeType="1"/>
            </p:cNvSpPr>
            <p:nvPr/>
          </p:nvSpPr>
          <p:spPr bwMode="auto">
            <a:xfrm>
              <a:off x="3481" y="3316"/>
              <a:ext cx="76" cy="72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5128" name="Line 68"/>
            <p:cNvSpPr>
              <a:spLocks noChangeShapeType="1"/>
            </p:cNvSpPr>
            <p:nvPr/>
          </p:nvSpPr>
          <p:spPr bwMode="auto">
            <a:xfrm flipH="1">
              <a:off x="1891" y="3529"/>
              <a:ext cx="129" cy="133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5129" name="Line 69"/>
            <p:cNvSpPr>
              <a:spLocks noChangeShapeType="1"/>
            </p:cNvSpPr>
            <p:nvPr/>
          </p:nvSpPr>
          <p:spPr bwMode="auto">
            <a:xfrm>
              <a:off x="2220" y="3543"/>
              <a:ext cx="90" cy="131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5130" name="Line 70"/>
            <p:cNvSpPr>
              <a:spLocks noChangeShapeType="1"/>
            </p:cNvSpPr>
            <p:nvPr/>
          </p:nvSpPr>
          <p:spPr bwMode="auto">
            <a:xfrm flipH="1">
              <a:off x="2699" y="3571"/>
              <a:ext cx="36" cy="99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45088" name="AutoShape 73" descr="Pink tissue paper"/>
          <p:cNvSpPr>
            <a:spLocks noChangeArrowheads="1"/>
          </p:cNvSpPr>
          <p:nvPr/>
        </p:nvSpPr>
        <p:spPr bwMode="auto">
          <a:xfrm rot="5484639">
            <a:off x="6019800" y="3733800"/>
            <a:ext cx="457200" cy="457200"/>
          </a:xfrm>
          <a:prstGeom prst="rightArrow">
            <a:avLst>
              <a:gd name="adj1" fmla="val 50000"/>
              <a:gd name="adj2" fmla="val 25000"/>
            </a:avLst>
          </a:prstGeom>
          <a:blipFill dpi="0" rotWithShape="0">
            <a:blip r:embed="rId2"/>
            <a:srcRect/>
            <a:tile tx="0" ty="0" sx="100000" sy="100000" flip="none" algn="tl"/>
          </a:blip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endParaRPr lang="en-US" sz="2400">
              <a:latin typeface="Tahoma" panose="020B0604030504040204" pitchFamily="34" charset="0"/>
            </a:endParaRPr>
          </a:p>
        </p:txBody>
      </p:sp>
      <p:sp>
        <p:nvSpPr>
          <p:cNvPr id="45089" name="Text Box 75"/>
          <p:cNvSpPr txBox="1">
            <a:spLocks noChangeArrowheads="1"/>
          </p:cNvSpPr>
          <p:nvPr/>
        </p:nvSpPr>
        <p:spPr bwMode="auto">
          <a:xfrm>
            <a:off x="6172200" y="4953000"/>
            <a:ext cx="228600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50000"/>
              </a:spcBef>
              <a:buFontTx/>
              <a:buNone/>
            </a:pPr>
            <a:r>
              <a:rPr lang="en-US" sz="1600" b="1" i="1" dirty="0">
                <a:solidFill>
                  <a:srgbClr val="FF0000"/>
                </a:solidFill>
                <a:latin typeface="Times New Roman" panose="02020603050405020304" pitchFamily="18" charset="0"/>
              </a:rPr>
              <a:t>5</a:t>
            </a:r>
          </a:p>
        </p:txBody>
      </p:sp>
      <p:sp>
        <p:nvSpPr>
          <p:cNvPr id="45091" name="Text Box 75"/>
          <p:cNvSpPr txBox="1">
            <a:spLocks noChangeArrowheads="1"/>
          </p:cNvSpPr>
          <p:nvPr/>
        </p:nvSpPr>
        <p:spPr bwMode="auto">
          <a:xfrm>
            <a:off x="5732464" y="2514601"/>
            <a:ext cx="820737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50000"/>
              </a:spcBef>
              <a:buFontTx/>
              <a:buNone/>
            </a:pPr>
            <a:r>
              <a:rPr lang="en-US" sz="2400" b="1" i="1">
                <a:solidFill>
                  <a:srgbClr val="FF0000"/>
                </a:solidFill>
                <a:latin typeface="Times New Roman" panose="02020603050405020304" pitchFamily="18" charset="0"/>
              </a:rPr>
              <a:t>i =5</a:t>
            </a:r>
          </a:p>
        </p:txBody>
      </p:sp>
      <p:sp>
        <p:nvSpPr>
          <p:cNvPr id="52" name="Text Box 75"/>
          <p:cNvSpPr txBox="1">
            <a:spLocks noChangeArrowheads="1"/>
          </p:cNvSpPr>
          <p:nvPr/>
        </p:nvSpPr>
        <p:spPr bwMode="auto">
          <a:xfrm>
            <a:off x="4495800" y="4953000"/>
            <a:ext cx="228600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50000"/>
              </a:spcBef>
              <a:buFontTx/>
              <a:buNone/>
            </a:pPr>
            <a:r>
              <a:rPr lang="en-US" sz="1600" b="1" i="1" dirty="0">
                <a:solidFill>
                  <a:srgbClr val="FF0000"/>
                </a:solidFill>
                <a:latin typeface="Times New Roman" panose="02020603050405020304" pitchFamily="18" charset="0"/>
              </a:rPr>
              <a:t>4</a:t>
            </a:r>
          </a:p>
        </p:txBody>
      </p:sp>
      <p:sp>
        <p:nvSpPr>
          <p:cNvPr id="53" name="Text Box 75"/>
          <p:cNvSpPr txBox="1">
            <a:spLocks noChangeArrowheads="1"/>
          </p:cNvSpPr>
          <p:nvPr/>
        </p:nvSpPr>
        <p:spPr bwMode="auto">
          <a:xfrm>
            <a:off x="7467600" y="4572000"/>
            <a:ext cx="228600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50000"/>
              </a:spcBef>
              <a:buFontTx/>
              <a:buNone/>
            </a:pPr>
            <a:r>
              <a:rPr lang="en-US" sz="1600" b="1" i="1" dirty="0">
                <a:solidFill>
                  <a:srgbClr val="FF0000"/>
                </a:solidFill>
                <a:latin typeface="Times New Roman" panose="02020603050405020304" pitchFamily="18" charset="0"/>
              </a:rPr>
              <a:t>3</a:t>
            </a:r>
          </a:p>
        </p:txBody>
      </p:sp>
      <p:sp>
        <p:nvSpPr>
          <p:cNvPr id="54" name="Text Box 75"/>
          <p:cNvSpPr txBox="1">
            <a:spLocks noChangeArrowheads="1"/>
          </p:cNvSpPr>
          <p:nvPr/>
        </p:nvSpPr>
        <p:spPr bwMode="auto">
          <a:xfrm>
            <a:off x="5181600" y="4572000"/>
            <a:ext cx="228600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50000"/>
              </a:spcBef>
              <a:buFontTx/>
              <a:buNone/>
            </a:pPr>
            <a:r>
              <a:rPr lang="en-US" sz="1600" b="1" i="1" dirty="0">
                <a:solidFill>
                  <a:srgbClr val="FF0000"/>
                </a:solidFill>
                <a:latin typeface="Times New Roman" panose="02020603050405020304" pitchFamily="18" charset="0"/>
              </a:rPr>
              <a:t>2</a:t>
            </a:r>
          </a:p>
        </p:txBody>
      </p:sp>
      <p:sp>
        <p:nvSpPr>
          <p:cNvPr id="55" name="Text Box 75"/>
          <p:cNvSpPr txBox="1">
            <a:spLocks noChangeArrowheads="1"/>
          </p:cNvSpPr>
          <p:nvPr/>
        </p:nvSpPr>
        <p:spPr bwMode="auto">
          <a:xfrm>
            <a:off x="6705600" y="4114800"/>
            <a:ext cx="228600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50000"/>
              </a:spcBef>
              <a:buFontTx/>
              <a:buNone/>
            </a:pPr>
            <a:r>
              <a:rPr lang="en-US" sz="1600" b="1" i="1" dirty="0">
                <a:solidFill>
                  <a:srgbClr val="FF0000"/>
                </a:solidFill>
                <a:latin typeface="Times New Roman" panose="02020603050405020304" pitchFamily="18" charset="0"/>
              </a:rPr>
              <a:t>1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686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686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0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686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686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5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3689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3689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6868" grpId="0" autoUpdateAnimBg="0"/>
      <p:bldP spid="36893" grpId="0" autoUpdateAnimBg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dirty="0"/>
              <a:t>Solution (Contd.)</a:t>
            </a:r>
          </a:p>
        </p:txBody>
      </p:sp>
      <p:sp>
        <p:nvSpPr>
          <p:cNvPr id="46083" name="Slide Number Placeholder 5"/>
          <p:cNvSpPr>
            <a:spLocks noGrp="1"/>
          </p:cNvSpPr>
          <p:nvPr>
            <p:ph type="sldNum" sz="quarter" idx="12"/>
          </p:nvPr>
        </p:nvSpPr>
        <p:spPr bwMode="auto">
          <a:xfrm>
            <a:off x="8948738" y="6459539"/>
            <a:ext cx="984250" cy="3651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fld id="{D1EE334F-94AE-4658-97AB-BF35F783AF1A}" type="slidenum">
              <a:rPr lang="en-US" sz="800">
                <a:latin typeface="Tahoma" panose="020B0604030504040204" pitchFamily="34" charset="0"/>
              </a:rPr>
              <a:pPr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t>19</a:t>
            </a:fld>
            <a:endParaRPr lang="en-US" sz="800">
              <a:latin typeface="Tahoma" panose="020B0604030504040204" pitchFamily="34" charset="0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52650" y="1600200"/>
            <a:ext cx="2724150" cy="2298994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5820644" y="2760018"/>
            <a:ext cx="4112344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/>
              <a:t>loop index </a:t>
            </a:r>
            <a:r>
              <a:rPr lang="en-US" i="1" dirty="0" err="1"/>
              <a:t>i</a:t>
            </a:r>
            <a:r>
              <a:rPr lang="en-US" dirty="0"/>
              <a:t> refers to node 5 </a:t>
            </a:r>
          </a:p>
        </p:txBody>
      </p:sp>
      <p:sp>
        <p:nvSpPr>
          <p:cNvPr id="4" name="Rectangle 3"/>
          <p:cNvSpPr/>
          <p:nvPr/>
        </p:nvSpPr>
        <p:spPr>
          <a:xfrm>
            <a:off x="5820644" y="4698909"/>
            <a:ext cx="4572000" cy="830997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dirty="0"/>
              <a:t>loop index </a:t>
            </a:r>
            <a:r>
              <a:rPr lang="en-US" i="1" dirty="0" err="1"/>
              <a:t>i</a:t>
            </a:r>
            <a:r>
              <a:rPr lang="en-US" dirty="0"/>
              <a:t> for the next iteration refers to node 4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52651" y="4025090"/>
            <a:ext cx="2724150" cy="1957746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endParaRPr lang="en-US"/>
          </a:p>
        </p:txBody>
      </p:sp>
      <p:sp>
        <p:nvSpPr>
          <p:cNvPr id="46083" name="Slide Number Placeholder 5"/>
          <p:cNvSpPr>
            <a:spLocks noGrp="1"/>
          </p:cNvSpPr>
          <p:nvPr>
            <p:ph type="sldNum" sz="quarter" idx="12"/>
          </p:nvPr>
        </p:nvSpPr>
        <p:spPr bwMode="auto">
          <a:xfrm>
            <a:off x="8948738" y="6459539"/>
            <a:ext cx="984250" cy="3651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fld id="{D1EE334F-94AE-4658-97AB-BF35F783AF1A}" type="slidenum">
              <a:rPr lang="en-US" sz="800">
                <a:latin typeface="Tahoma" panose="020B0604030504040204" pitchFamily="34" charset="0"/>
              </a:rPr>
              <a:pPr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t>20</a:t>
            </a:fld>
            <a:endParaRPr lang="en-US" sz="800">
              <a:latin typeface="Tahoma" panose="020B0604030504040204" pitchFamily="34" charset="0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2016786" y="3591925"/>
            <a:ext cx="3459024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000" dirty="0"/>
              <a:t>loop index </a:t>
            </a:r>
            <a:r>
              <a:rPr lang="en-US" sz="2000" i="1" dirty="0" err="1"/>
              <a:t>i</a:t>
            </a:r>
            <a:r>
              <a:rPr lang="en-US" sz="2000" dirty="0"/>
              <a:t> refers to node 3 </a:t>
            </a:r>
          </a:p>
        </p:txBody>
      </p:sp>
      <p:sp>
        <p:nvSpPr>
          <p:cNvPr id="4" name="Rectangle 3"/>
          <p:cNvSpPr/>
          <p:nvPr/>
        </p:nvSpPr>
        <p:spPr>
          <a:xfrm>
            <a:off x="6155634" y="3611803"/>
            <a:ext cx="3777354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000" dirty="0"/>
              <a:t>loop index </a:t>
            </a:r>
            <a:r>
              <a:rPr lang="en-US" sz="2000" i="1" dirty="0" err="1"/>
              <a:t>i</a:t>
            </a:r>
            <a:r>
              <a:rPr lang="en-US" sz="2000" i="1" dirty="0"/>
              <a:t> </a:t>
            </a:r>
            <a:r>
              <a:rPr lang="en-US" sz="2000" dirty="0"/>
              <a:t>refers to node 2</a:t>
            </a: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09800" y="1645593"/>
            <a:ext cx="2840082" cy="1966211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91200" y="1549515"/>
            <a:ext cx="2935436" cy="2062289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00276" y="4114800"/>
            <a:ext cx="2752725" cy="2057400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96014" y="4121426"/>
            <a:ext cx="2752725" cy="1885950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>
          <a:xfrm>
            <a:off x="5715000" y="6076890"/>
            <a:ext cx="5105400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000" dirty="0"/>
              <a:t>max-heap after BUILD-MAX-HEAP finishes. 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013846" y="6229290"/>
            <a:ext cx="3777354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000" dirty="0"/>
              <a:t>loop index </a:t>
            </a:r>
            <a:r>
              <a:rPr lang="en-US" sz="2000" i="1" dirty="0" err="1"/>
              <a:t>i</a:t>
            </a:r>
            <a:r>
              <a:rPr lang="en-US" sz="2000" i="1" dirty="0"/>
              <a:t> </a:t>
            </a:r>
            <a:r>
              <a:rPr lang="en-US" sz="2000" dirty="0"/>
              <a:t>refers to node 1</a:t>
            </a:r>
          </a:p>
        </p:txBody>
      </p:sp>
    </p:spTree>
    <p:extLst>
      <p:ext uri="{BB962C8B-B14F-4D97-AF65-F5344CB8AC3E}">
        <p14:creationId xmlns:p14="http://schemas.microsoft.com/office/powerpoint/2010/main" val="4519372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Rectangle 2"/>
          <p:cNvSpPr>
            <a:spLocks noGrp="1" noChangeArrowheads="1"/>
          </p:cNvSpPr>
          <p:nvPr>
            <p:ph type="title"/>
          </p:nvPr>
        </p:nvSpPr>
        <p:spPr>
          <a:xfrm>
            <a:off x="1752600" y="457200"/>
            <a:ext cx="8180388" cy="1143000"/>
          </a:xfrm>
        </p:spPr>
        <p:txBody>
          <a:bodyPr/>
          <a:lstStyle/>
          <a:p>
            <a:pPr eaLnBrk="1" hangingPunct="1"/>
            <a:r>
              <a:rPr lang="en-US" sz="4000"/>
              <a:t>Analysis of Build Max Heap Algorithm.</a:t>
            </a:r>
          </a:p>
        </p:txBody>
      </p:sp>
      <p:sp>
        <p:nvSpPr>
          <p:cNvPr id="48131" name="Rectangle 3"/>
          <p:cNvSpPr>
            <a:spLocks noGrp="1" noChangeArrowheads="1"/>
          </p:cNvSpPr>
          <p:nvPr>
            <p:ph idx="1"/>
          </p:nvPr>
        </p:nvSpPr>
        <p:spPr>
          <a:xfrm>
            <a:off x="1905000" y="1905000"/>
            <a:ext cx="8610600" cy="4343400"/>
          </a:xfrm>
        </p:spPr>
        <p:txBody>
          <a:bodyPr/>
          <a:lstStyle/>
          <a:p>
            <a:pPr marL="0" indent="0" eaLnBrk="1" hangingPunct="1">
              <a:lnSpc>
                <a:spcPct val="80000"/>
              </a:lnSpc>
              <a:buNone/>
            </a:pPr>
            <a:r>
              <a:rPr lang="en-US" sz="2400" dirty="0"/>
              <a:t>Time for MAX-HEAPIFY to run at a node varies with the height of the node in the tree, and the heights of most nodes are small.</a:t>
            </a:r>
          </a:p>
          <a:p>
            <a:pPr marL="0" indent="0" eaLnBrk="1" hangingPunct="1">
              <a:lnSpc>
                <a:spcPct val="80000"/>
              </a:lnSpc>
              <a:buNone/>
            </a:pPr>
            <a:endParaRPr lang="en-US" sz="2400" dirty="0"/>
          </a:p>
          <a:p>
            <a:pPr eaLnBrk="1" hangingPunct="1">
              <a:lnSpc>
                <a:spcPct val="80000"/>
              </a:lnSpc>
            </a:pPr>
            <a:r>
              <a:rPr lang="en-US" sz="2400" dirty="0"/>
              <a:t> </a:t>
            </a:r>
            <a:r>
              <a:rPr lang="en-US" sz="2400" i="1" dirty="0"/>
              <a:t>n</a:t>
            </a:r>
            <a:r>
              <a:rPr lang="en-US" sz="2400" dirty="0"/>
              <a:t>-element heap has height ⌊</a:t>
            </a:r>
            <a:r>
              <a:rPr lang="en-US" sz="2400" dirty="0" err="1"/>
              <a:t>lg</a:t>
            </a:r>
            <a:r>
              <a:rPr lang="en-US" sz="2400" dirty="0"/>
              <a:t> </a:t>
            </a:r>
            <a:r>
              <a:rPr lang="en-US" sz="2400" i="1" dirty="0"/>
              <a:t>n</a:t>
            </a:r>
            <a:r>
              <a:rPr lang="en-US" sz="2400" dirty="0"/>
              <a:t>⌋ </a:t>
            </a:r>
          </a:p>
          <a:p>
            <a:pPr marL="0" indent="0" eaLnBrk="1" hangingPunct="1">
              <a:lnSpc>
                <a:spcPct val="80000"/>
              </a:lnSpc>
              <a:buNone/>
            </a:pPr>
            <a:r>
              <a:rPr lang="en-US" sz="2400" dirty="0"/>
              <a:t>                       and</a:t>
            </a:r>
          </a:p>
          <a:p>
            <a:pPr eaLnBrk="1" hangingPunct="1">
              <a:lnSpc>
                <a:spcPct val="80000"/>
              </a:lnSpc>
            </a:pPr>
            <a:r>
              <a:rPr lang="en-US" sz="2400" dirty="0"/>
              <a:t> at most ⌈</a:t>
            </a:r>
            <a:r>
              <a:rPr lang="en-US" sz="2400" i="1" dirty="0"/>
              <a:t>n</a:t>
            </a:r>
            <a:r>
              <a:rPr lang="en-US" sz="2400" dirty="0"/>
              <a:t>/2</a:t>
            </a:r>
            <a:r>
              <a:rPr lang="en-US" sz="2400" i="1" baseline="30000" dirty="0"/>
              <a:t>h</a:t>
            </a:r>
            <a:r>
              <a:rPr lang="en-US" sz="2400" baseline="30000" dirty="0"/>
              <a:t>+1</a:t>
            </a:r>
            <a:r>
              <a:rPr lang="en-US" sz="2400" dirty="0"/>
              <a:t>⌉ nodes of any height </a:t>
            </a:r>
            <a:r>
              <a:rPr lang="en-US" sz="2400" i="1" dirty="0"/>
              <a:t>h.</a:t>
            </a:r>
            <a:endParaRPr lang="en-US" sz="2400" dirty="0"/>
          </a:p>
        </p:txBody>
      </p:sp>
      <p:sp>
        <p:nvSpPr>
          <p:cNvPr id="48132" name="Slide Number Placeholder 5"/>
          <p:cNvSpPr>
            <a:spLocks noGrp="1"/>
          </p:cNvSpPr>
          <p:nvPr>
            <p:ph type="sldNum" sz="quarter" idx="12"/>
          </p:nvPr>
        </p:nvSpPr>
        <p:spPr bwMode="auto">
          <a:xfrm>
            <a:off x="8948738" y="6459539"/>
            <a:ext cx="984250" cy="3651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fld id="{6229F43B-5099-4DCB-BFA3-51790C9A9862}" type="slidenum">
              <a:rPr lang="en-US" sz="800">
                <a:latin typeface="Tahoma" panose="020B0604030504040204" pitchFamily="34" charset="0"/>
              </a:rPr>
              <a:pPr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t>21</a:t>
            </a:fld>
            <a:endParaRPr lang="en-US" sz="800">
              <a:latin typeface="Tahoma" panose="020B0604030504040204" pitchFamily="34" charset="0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Rectangle 2"/>
          <p:cNvSpPr>
            <a:spLocks noGrp="1" noChangeArrowheads="1"/>
          </p:cNvSpPr>
          <p:nvPr>
            <p:ph type="title"/>
          </p:nvPr>
        </p:nvSpPr>
        <p:spPr>
          <a:xfrm>
            <a:off x="1828800" y="381000"/>
            <a:ext cx="8104188" cy="1143000"/>
          </a:xfrm>
        </p:spPr>
        <p:txBody>
          <a:bodyPr/>
          <a:lstStyle/>
          <a:p>
            <a:pPr eaLnBrk="1" hangingPunct="1"/>
            <a:r>
              <a:rPr lang="en-US" sz="4000"/>
              <a:t>Analysis of Build Max Heap Algorithm.</a:t>
            </a:r>
          </a:p>
        </p:txBody>
      </p:sp>
      <p:sp>
        <p:nvSpPr>
          <p:cNvPr id="49155" name="Slide Number Placeholder 5"/>
          <p:cNvSpPr>
            <a:spLocks noGrp="1"/>
          </p:cNvSpPr>
          <p:nvPr>
            <p:ph type="sldNum" sz="quarter" idx="12"/>
          </p:nvPr>
        </p:nvSpPr>
        <p:spPr bwMode="auto">
          <a:xfrm>
            <a:off x="8948738" y="6459539"/>
            <a:ext cx="984250" cy="3651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fld id="{ED7F5E88-15ED-498E-9FF9-DAC52957337B}" type="slidenum">
              <a:rPr lang="en-US" sz="800">
                <a:latin typeface="Tahoma" panose="020B0604030504040204" pitchFamily="34" charset="0"/>
              </a:rPr>
              <a:pPr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t>22</a:t>
            </a:fld>
            <a:endParaRPr lang="en-US" sz="800">
              <a:latin typeface="Tahoma" panose="020B0604030504040204" pitchFamily="34" charset="0"/>
            </a:endParaRPr>
          </a:p>
        </p:txBody>
      </p:sp>
      <p:pic>
        <p:nvPicPr>
          <p:cNvPr id="49156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86000" y="1905000"/>
            <a:ext cx="6230938" cy="4648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EB112BC8-040B-E77D-7DF9-066AA195369D}"/>
                  </a:ext>
                </a:extLst>
              </p14:cNvPr>
              <p14:cNvContentPartPr/>
              <p14:nvPr/>
            </p14:nvContentPartPr>
            <p14:xfrm>
              <a:off x="6798600" y="4857120"/>
              <a:ext cx="678960" cy="201240"/>
            </p14:xfrm>
          </p:contentPart>
        </mc:Choice>
        <mc:Fallback xmlns=""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EB112BC8-040B-E77D-7DF9-066AA195369D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6789240" y="4847760"/>
                <a:ext cx="697680" cy="21996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endParaRPr lang="en-US"/>
          </a:p>
        </p:txBody>
      </p:sp>
      <p:sp>
        <p:nvSpPr>
          <p:cNvPr id="50179" name="Slide Number Placeholder 5"/>
          <p:cNvSpPr>
            <a:spLocks noGrp="1"/>
          </p:cNvSpPr>
          <p:nvPr>
            <p:ph type="sldNum" sz="quarter" idx="12"/>
          </p:nvPr>
        </p:nvSpPr>
        <p:spPr bwMode="auto">
          <a:xfrm>
            <a:off x="8948738" y="6459539"/>
            <a:ext cx="984250" cy="3651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fld id="{C312C092-3F2C-4199-B981-8DD4904E87E1}" type="slidenum">
              <a:rPr lang="en-US" sz="800">
                <a:latin typeface="Tahoma" panose="020B0604030504040204" pitchFamily="34" charset="0"/>
              </a:rPr>
              <a:pPr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t>23</a:t>
            </a:fld>
            <a:endParaRPr lang="en-US" sz="800">
              <a:latin typeface="Tahoma" panose="020B0604030504040204" pitchFamily="34" charset="0"/>
            </a:endParaRPr>
          </a:p>
        </p:txBody>
      </p:sp>
      <p:pic>
        <p:nvPicPr>
          <p:cNvPr id="50180" name="Picture 5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57400" y="304800"/>
            <a:ext cx="8001000" cy="5562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endParaRPr lang="en-US"/>
          </a:p>
        </p:txBody>
      </p:sp>
      <p:sp>
        <p:nvSpPr>
          <p:cNvPr id="51203" name="Slide Number Placeholder 5"/>
          <p:cNvSpPr>
            <a:spLocks noGrp="1"/>
          </p:cNvSpPr>
          <p:nvPr>
            <p:ph type="sldNum" sz="quarter" idx="12"/>
          </p:nvPr>
        </p:nvSpPr>
        <p:spPr bwMode="auto">
          <a:xfrm>
            <a:off x="8948738" y="6459539"/>
            <a:ext cx="984250" cy="3651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fld id="{D1EDFF5F-F572-4ED5-A362-46997137667B}" type="slidenum">
              <a:rPr lang="en-US" sz="800">
                <a:latin typeface="Tahoma" panose="020B0604030504040204" pitchFamily="34" charset="0"/>
              </a:rPr>
              <a:pPr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t>24</a:t>
            </a:fld>
            <a:endParaRPr lang="en-US" sz="800">
              <a:latin typeface="Tahoma" panose="020B0604030504040204" pitchFamily="34" charset="0"/>
            </a:endParaRPr>
          </a:p>
        </p:txBody>
      </p:sp>
      <p:pic>
        <p:nvPicPr>
          <p:cNvPr id="51204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57400" y="304800"/>
            <a:ext cx="8077200" cy="5562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Rectangle 4"/>
          <p:cNvSpPr>
            <a:spLocks noGrp="1" noChangeArrowheads="1"/>
          </p:cNvSpPr>
          <p:nvPr>
            <p:ph type="title"/>
          </p:nvPr>
        </p:nvSpPr>
        <p:spPr>
          <a:xfrm>
            <a:off x="1524000" y="381000"/>
            <a:ext cx="7793038" cy="1143000"/>
          </a:xfrm>
          <a:noFill/>
        </p:spPr>
        <p:txBody>
          <a:bodyPr/>
          <a:lstStyle/>
          <a:p>
            <a:pPr eaLnBrk="1" hangingPunct="1"/>
            <a:r>
              <a:rPr lang="en-US" sz="2800">
                <a:latin typeface="Arial" panose="020B0604020202020204" pitchFamily="34" charset="0"/>
              </a:rPr>
              <a:t>The HEAPSORT Algorithm</a:t>
            </a:r>
            <a:endParaRPr lang="en-US">
              <a:latin typeface="Arial" panose="020B0604020202020204" pitchFamily="34" charset="0"/>
            </a:endParaRPr>
          </a:p>
        </p:txBody>
      </p:sp>
      <p:sp>
        <p:nvSpPr>
          <p:cNvPr id="52227" name="Text Box 5"/>
          <p:cNvSpPr>
            <a:spLocks noGrp="1" noChangeArrowheads="1"/>
          </p:cNvSpPr>
          <p:nvPr>
            <p:ph idx="1"/>
          </p:nvPr>
        </p:nvSpPr>
        <p:spPr>
          <a:xfrm>
            <a:off x="2133600" y="1447800"/>
            <a:ext cx="7772400" cy="1219200"/>
          </a:xfrm>
          <a:solidFill>
            <a:schemeClr val="bg1"/>
          </a:solidFill>
        </p:spPr>
        <p:txBody>
          <a:bodyPr/>
          <a:lstStyle/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sz="2400" b="1" dirty="0">
                <a:solidFill>
                  <a:schemeClr val="tx2"/>
                </a:solidFill>
              </a:rPr>
              <a:t>Input : </a:t>
            </a:r>
            <a:r>
              <a:rPr lang="en-US" dirty="0">
                <a:latin typeface="Times New Roman" panose="02020603050405020304" pitchFamily="18" charset="0"/>
              </a:rPr>
              <a:t>Array A[1…n], n = </a:t>
            </a:r>
            <a:r>
              <a:rPr lang="en-US" dirty="0" err="1">
                <a:latin typeface="Times New Roman" panose="02020603050405020304" pitchFamily="18" charset="0"/>
              </a:rPr>
              <a:t>A.length</a:t>
            </a:r>
            <a:endParaRPr lang="en-US" dirty="0">
              <a:latin typeface="Times New Roman" panose="02020603050405020304" pitchFamily="18" charset="0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sz="2400" b="1" dirty="0">
                <a:solidFill>
                  <a:schemeClr val="tx2"/>
                </a:solidFill>
              </a:rPr>
              <a:t>Output : </a:t>
            </a:r>
            <a:r>
              <a:rPr lang="en-US" dirty="0">
                <a:latin typeface="Times New Roman" panose="02020603050405020304" pitchFamily="18" charset="0"/>
              </a:rPr>
              <a:t>Sorted array A[1…n]</a:t>
            </a:r>
            <a:endParaRPr lang="en-US" sz="2400" b="1" dirty="0">
              <a:solidFill>
                <a:schemeClr val="tx2"/>
              </a:solidFill>
              <a:latin typeface="Times New Roman" panose="02020603050405020304" pitchFamily="18" charset="0"/>
            </a:endParaRPr>
          </a:p>
        </p:txBody>
      </p:sp>
      <p:sp>
        <p:nvSpPr>
          <p:cNvPr id="52228" name="Slide Number Placeholder 5"/>
          <p:cNvSpPr>
            <a:spLocks noGrp="1"/>
          </p:cNvSpPr>
          <p:nvPr>
            <p:ph type="sldNum" sz="quarter" idx="12"/>
          </p:nvPr>
        </p:nvSpPr>
        <p:spPr bwMode="auto">
          <a:xfrm>
            <a:off x="8948738" y="6459539"/>
            <a:ext cx="984250" cy="3651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fld id="{9A88CCF1-03F6-40CF-A46F-9111FE46CDFD}" type="slidenum">
              <a:rPr lang="en-US" sz="800">
                <a:latin typeface="Tahoma" panose="020B0604030504040204" pitchFamily="34" charset="0"/>
              </a:rPr>
              <a:pPr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t>25</a:t>
            </a:fld>
            <a:endParaRPr lang="en-US" sz="800">
              <a:latin typeface="Tahoma" panose="020B0604030504040204" pitchFamily="34" charset="0"/>
            </a:endParaRPr>
          </a:p>
        </p:txBody>
      </p:sp>
      <p:sp>
        <p:nvSpPr>
          <p:cNvPr id="52229" name="Text Box 6"/>
          <p:cNvSpPr txBox="1">
            <a:spLocks noChangeArrowheads="1"/>
          </p:cNvSpPr>
          <p:nvPr/>
        </p:nvSpPr>
        <p:spPr bwMode="auto">
          <a:xfrm>
            <a:off x="2667000" y="2819400"/>
            <a:ext cx="7239000" cy="2292350"/>
          </a:xfrm>
          <a:prstGeom prst="rect">
            <a:avLst/>
          </a:prstGeom>
          <a:solidFill>
            <a:srgbClr val="CCFF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sz="2400" b="1" dirty="0">
                <a:solidFill>
                  <a:schemeClr val="tx2"/>
                </a:solidFill>
                <a:latin typeface="Arial" panose="020B0604020202020204" pitchFamily="34" charset="0"/>
              </a:rPr>
              <a:t>HEAPSORT(A)</a:t>
            </a:r>
          </a:p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sz="2400" b="1" dirty="0">
                <a:solidFill>
                  <a:schemeClr val="tx2"/>
                </a:solidFill>
                <a:latin typeface="Arial" panose="020B0604020202020204" pitchFamily="34" charset="0"/>
              </a:rPr>
              <a:t>1.	BUILD_MAX_HEAP[A]</a:t>
            </a:r>
          </a:p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sz="2400" b="1" dirty="0">
                <a:solidFill>
                  <a:schemeClr val="tx2"/>
                </a:solidFill>
                <a:latin typeface="Arial" panose="020B0604020202020204" pitchFamily="34" charset="0"/>
              </a:rPr>
              <a:t>2.	for  </a:t>
            </a:r>
            <a:r>
              <a:rPr lang="en-US" sz="2400" b="1" dirty="0" err="1">
                <a:solidFill>
                  <a:schemeClr val="tx2"/>
                </a:solidFill>
                <a:latin typeface="Arial" panose="020B0604020202020204" pitchFamily="34" charset="0"/>
              </a:rPr>
              <a:t>i</a:t>
            </a:r>
            <a:r>
              <a:rPr lang="en-US" sz="2400" b="1" dirty="0">
                <a:solidFill>
                  <a:schemeClr val="tx2"/>
                </a:solidFill>
                <a:latin typeface="Arial" panose="020B0604020202020204" pitchFamily="34" charset="0"/>
              </a:rPr>
              <a:t> </a:t>
            </a:r>
            <a:r>
              <a:rPr lang="en-US" sz="2400" b="1" dirty="0">
                <a:solidFill>
                  <a:schemeClr val="tx2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=</a:t>
            </a:r>
            <a:r>
              <a:rPr lang="en-US" sz="2400" b="1" dirty="0">
                <a:solidFill>
                  <a:schemeClr val="tx2"/>
                </a:solidFill>
                <a:latin typeface="Arial" panose="020B0604020202020204" pitchFamily="34" charset="0"/>
              </a:rPr>
              <a:t> </a:t>
            </a:r>
            <a:r>
              <a:rPr lang="en-US" sz="2400" b="1" dirty="0" err="1">
                <a:solidFill>
                  <a:srgbClr val="FF0000"/>
                </a:solidFill>
                <a:latin typeface="Arial" panose="020B0604020202020204" pitchFamily="34" charset="0"/>
              </a:rPr>
              <a:t>A.length</a:t>
            </a:r>
            <a:r>
              <a:rPr lang="en-US" sz="2400" b="1" dirty="0">
                <a:solidFill>
                  <a:schemeClr val="tx2"/>
                </a:solidFill>
                <a:latin typeface="Arial" panose="020B0604020202020204" pitchFamily="34" charset="0"/>
              </a:rPr>
              <a:t> down to </a:t>
            </a:r>
            <a:r>
              <a:rPr lang="en-US" sz="2400" b="1" dirty="0">
                <a:solidFill>
                  <a:srgbClr val="FF0000"/>
                </a:solidFill>
                <a:latin typeface="Arial" panose="020B0604020202020204" pitchFamily="34" charset="0"/>
              </a:rPr>
              <a:t>2</a:t>
            </a:r>
          </a:p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sz="2400" b="1" dirty="0">
                <a:solidFill>
                  <a:schemeClr val="tx2"/>
                </a:solidFill>
                <a:latin typeface="Arial" panose="020B0604020202020204" pitchFamily="34" charset="0"/>
              </a:rPr>
              <a:t>3.		exchange A[1] </a:t>
            </a:r>
            <a:r>
              <a:rPr lang="en-US" sz="2400" b="1" dirty="0">
                <a:solidFill>
                  <a:schemeClr val="tx2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with</a:t>
            </a:r>
            <a:r>
              <a:rPr lang="en-US" sz="2400" b="1" dirty="0">
                <a:solidFill>
                  <a:schemeClr val="tx2"/>
                </a:solidFill>
                <a:latin typeface="Arial" panose="020B0604020202020204" pitchFamily="34" charset="0"/>
              </a:rPr>
              <a:t> A[</a:t>
            </a:r>
            <a:r>
              <a:rPr lang="en-US" sz="2400" b="1" dirty="0" err="1">
                <a:solidFill>
                  <a:schemeClr val="tx2"/>
                </a:solidFill>
                <a:latin typeface="Arial" panose="020B0604020202020204" pitchFamily="34" charset="0"/>
              </a:rPr>
              <a:t>i</a:t>
            </a:r>
            <a:r>
              <a:rPr lang="en-US" sz="2400" b="1" dirty="0">
                <a:solidFill>
                  <a:schemeClr val="tx2"/>
                </a:solidFill>
                <a:latin typeface="Arial" panose="020B0604020202020204" pitchFamily="34" charset="0"/>
              </a:rPr>
              <a:t>]</a:t>
            </a:r>
          </a:p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sz="2400" b="1" dirty="0">
                <a:solidFill>
                  <a:schemeClr val="tx2"/>
                </a:solidFill>
                <a:latin typeface="Arial" panose="020B0604020202020204" pitchFamily="34" charset="0"/>
              </a:rPr>
              <a:t>4.		</a:t>
            </a:r>
            <a:r>
              <a:rPr lang="en-US" sz="2400" b="1" dirty="0" err="1">
                <a:solidFill>
                  <a:schemeClr val="tx2"/>
                </a:solidFill>
                <a:latin typeface="Arial" panose="020B0604020202020204" pitchFamily="34" charset="0"/>
              </a:rPr>
              <a:t>A.heap_size</a:t>
            </a:r>
            <a:r>
              <a:rPr lang="en-US" sz="2400" b="1" dirty="0">
                <a:solidFill>
                  <a:schemeClr val="tx2"/>
                </a:solidFill>
                <a:latin typeface="Arial" panose="020B0604020202020204" pitchFamily="34" charset="0"/>
              </a:rPr>
              <a:t> </a:t>
            </a:r>
            <a:r>
              <a:rPr lang="en-US" sz="2400" b="1" dirty="0">
                <a:solidFill>
                  <a:schemeClr val="tx2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=</a:t>
            </a:r>
            <a:r>
              <a:rPr lang="en-US" sz="2400" b="1" dirty="0">
                <a:solidFill>
                  <a:schemeClr val="tx2"/>
                </a:solidFill>
                <a:latin typeface="Arial" panose="020B0604020202020204" pitchFamily="34" charset="0"/>
              </a:rPr>
              <a:t> </a:t>
            </a:r>
            <a:r>
              <a:rPr lang="en-US" sz="2400" b="1" dirty="0" err="1">
                <a:solidFill>
                  <a:schemeClr val="tx2"/>
                </a:solidFill>
                <a:latin typeface="Arial" panose="020B0604020202020204" pitchFamily="34" charset="0"/>
              </a:rPr>
              <a:t>A.heap_size</a:t>
            </a:r>
            <a:r>
              <a:rPr lang="en-US" sz="2400" b="1" dirty="0">
                <a:solidFill>
                  <a:schemeClr val="tx2"/>
                </a:solidFill>
                <a:latin typeface="Arial" panose="020B0604020202020204" pitchFamily="34" charset="0"/>
              </a:rPr>
              <a:t> - 1;</a:t>
            </a:r>
          </a:p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sz="2400" b="1" dirty="0">
                <a:solidFill>
                  <a:schemeClr val="tx2"/>
                </a:solidFill>
                <a:latin typeface="Arial" panose="020B0604020202020204" pitchFamily="34" charset="0"/>
              </a:rPr>
              <a:t>5.		MAX_HEAPIFY(A, </a:t>
            </a:r>
            <a:r>
              <a:rPr lang="en-US" sz="2400" b="1" dirty="0">
                <a:solidFill>
                  <a:srgbClr val="000066"/>
                </a:solidFill>
                <a:latin typeface="Arial" panose="020B0604020202020204" pitchFamily="34" charset="0"/>
              </a:rPr>
              <a:t>1</a:t>
            </a:r>
            <a:r>
              <a:rPr lang="en-US" sz="2400" b="1" dirty="0">
                <a:solidFill>
                  <a:schemeClr val="tx2"/>
                </a:solidFill>
                <a:latin typeface="Arial" panose="020B0604020202020204" pitchFamily="34" charset="0"/>
              </a:rPr>
              <a:t>)</a:t>
            </a:r>
            <a:endParaRPr lang="en-US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ransition/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Rectangle 2"/>
          <p:cNvSpPr>
            <a:spLocks noGrp="1" noChangeArrowheads="1"/>
          </p:cNvSpPr>
          <p:nvPr>
            <p:ph type="title"/>
          </p:nvPr>
        </p:nvSpPr>
        <p:spPr>
          <a:xfrm>
            <a:off x="1752600" y="533400"/>
            <a:ext cx="7793038" cy="1143000"/>
          </a:xfrm>
        </p:spPr>
        <p:txBody>
          <a:bodyPr/>
          <a:lstStyle/>
          <a:p>
            <a:pPr eaLnBrk="1" hangingPunct="1"/>
            <a:r>
              <a:rPr lang="en-US" sz="3600"/>
              <a:t>The operation of HEAPSORT.</a:t>
            </a:r>
            <a:r>
              <a:rPr lang="en-US"/>
              <a:t> </a:t>
            </a:r>
          </a:p>
        </p:txBody>
      </p:sp>
      <p:sp>
        <p:nvSpPr>
          <p:cNvPr id="53251" name="Slide Number Placeholder 5"/>
          <p:cNvSpPr>
            <a:spLocks noGrp="1"/>
          </p:cNvSpPr>
          <p:nvPr>
            <p:ph type="sldNum" sz="quarter" idx="12"/>
          </p:nvPr>
        </p:nvSpPr>
        <p:spPr bwMode="auto">
          <a:xfrm>
            <a:off x="8948738" y="6459539"/>
            <a:ext cx="984250" cy="3651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fld id="{B8E9F18A-65CB-4A86-849E-BA98F7C6B0B0}" type="slidenum">
              <a:rPr lang="en-US" sz="800">
                <a:latin typeface="Tahoma" panose="020B0604030504040204" pitchFamily="34" charset="0"/>
              </a:rPr>
              <a:pPr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t>26</a:t>
            </a:fld>
            <a:endParaRPr lang="en-US" sz="800">
              <a:latin typeface="Tahoma" panose="020B0604030504040204" pitchFamily="34" charset="0"/>
            </a:endParaRPr>
          </a:p>
        </p:txBody>
      </p:sp>
      <p:pic>
        <p:nvPicPr>
          <p:cNvPr id="53252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28800" y="1828801"/>
            <a:ext cx="8535988" cy="3762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Rectangle 2"/>
          <p:cNvSpPr>
            <a:spLocks noGrp="1" noChangeArrowheads="1"/>
          </p:cNvSpPr>
          <p:nvPr>
            <p:ph type="title"/>
          </p:nvPr>
        </p:nvSpPr>
        <p:spPr>
          <a:xfrm>
            <a:off x="1524000" y="609600"/>
            <a:ext cx="7793038" cy="1143000"/>
          </a:xfrm>
        </p:spPr>
        <p:txBody>
          <a:bodyPr/>
          <a:lstStyle/>
          <a:p>
            <a:pPr eaLnBrk="1" hangingPunct="1"/>
            <a:r>
              <a:rPr lang="en-US" sz="3600"/>
              <a:t>The operation of HEAPSORT</a:t>
            </a:r>
            <a:r>
              <a:rPr lang="en-US"/>
              <a:t>.</a:t>
            </a:r>
          </a:p>
        </p:txBody>
      </p:sp>
      <p:sp>
        <p:nvSpPr>
          <p:cNvPr id="54275" name="Slide Number Placeholder 5"/>
          <p:cNvSpPr>
            <a:spLocks noGrp="1"/>
          </p:cNvSpPr>
          <p:nvPr>
            <p:ph type="sldNum" sz="quarter" idx="12"/>
          </p:nvPr>
        </p:nvSpPr>
        <p:spPr bwMode="auto">
          <a:xfrm>
            <a:off x="8948738" y="6459539"/>
            <a:ext cx="984250" cy="3651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fld id="{1FF174A7-379F-4DF2-8CC3-793CDECD35A5}" type="slidenum">
              <a:rPr lang="en-US" sz="800">
                <a:latin typeface="Tahoma" panose="020B0604030504040204" pitchFamily="34" charset="0"/>
              </a:rPr>
              <a:pPr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t>27</a:t>
            </a:fld>
            <a:endParaRPr lang="en-US" sz="800">
              <a:latin typeface="Tahoma" panose="020B0604030504040204" pitchFamily="34" charset="0"/>
            </a:endParaRPr>
          </a:p>
        </p:txBody>
      </p:sp>
      <p:pic>
        <p:nvPicPr>
          <p:cNvPr id="54276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05001" y="2133601"/>
            <a:ext cx="8431213" cy="37814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dirty="0" err="1"/>
              <a:t>Heapsort</a:t>
            </a:r>
            <a:r>
              <a:rPr lang="en-US" dirty="0"/>
              <a:t> Complexity  </a:t>
            </a:r>
          </a:p>
        </p:txBody>
      </p:sp>
      <p:sp>
        <p:nvSpPr>
          <p:cNvPr id="55299" name="Slide Number Placeholder 5"/>
          <p:cNvSpPr>
            <a:spLocks noGrp="1"/>
          </p:cNvSpPr>
          <p:nvPr>
            <p:ph type="sldNum" sz="quarter" idx="12"/>
          </p:nvPr>
        </p:nvSpPr>
        <p:spPr bwMode="auto">
          <a:xfrm>
            <a:off x="8948738" y="6459539"/>
            <a:ext cx="984250" cy="3651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fld id="{A760BCB3-4F71-459D-83D6-F8D923B4A942}" type="slidenum">
              <a:rPr lang="en-US" sz="800">
                <a:latin typeface="Tahoma" panose="020B0604030504040204" pitchFamily="34" charset="0"/>
              </a:rPr>
              <a:pPr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t>28</a:t>
            </a:fld>
            <a:endParaRPr lang="en-US" sz="800">
              <a:latin typeface="Tahoma" panose="020B0604030504040204" pitchFamily="34" charset="0"/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2057400" y="2209800"/>
            <a:ext cx="8492646" cy="267765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+mn-lt"/>
              </a:rPr>
              <a:t>Running Time:</a:t>
            </a:r>
          </a:p>
          <a:p>
            <a:endParaRPr lang="en-US" dirty="0">
              <a:latin typeface="+mn-lt"/>
            </a:endParaRPr>
          </a:p>
          <a:p>
            <a:r>
              <a:rPr lang="en-US" dirty="0">
                <a:latin typeface="+mn-lt"/>
              </a:rPr>
              <a:t>Step1 : BUILD_MAX_HEAP takes O(n)</a:t>
            </a:r>
          </a:p>
          <a:p>
            <a:endParaRPr lang="en-US" dirty="0">
              <a:latin typeface="+mn-lt"/>
            </a:endParaRPr>
          </a:p>
          <a:p>
            <a:r>
              <a:rPr lang="en-US" dirty="0">
                <a:latin typeface="+mn-lt"/>
              </a:rPr>
              <a:t>Step 2 to 5 : MAX_HEAPIFY takes O(log n) and there are (n -1) calls </a:t>
            </a:r>
          </a:p>
          <a:p>
            <a:endParaRPr lang="en-US" dirty="0"/>
          </a:p>
          <a:p>
            <a:r>
              <a:rPr lang="en-US" b="1" dirty="0">
                <a:latin typeface="+mn-lt"/>
              </a:rPr>
              <a:t>Running Time is O(n log n)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Rectangle 2"/>
          <p:cNvSpPr>
            <a:spLocks noGrp="1" noChangeArrowheads="1"/>
          </p:cNvSpPr>
          <p:nvPr>
            <p:ph type="title"/>
          </p:nvPr>
        </p:nvSpPr>
        <p:spPr>
          <a:xfrm>
            <a:off x="1828800" y="457200"/>
            <a:ext cx="7793038" cy="1143000"/>
          </a:xfrm>
        </p:spPr>
        <p:txBody>
          <a:bodyPr/>
          <a:lstStyle/>
          <a:p>
            <a:pPr eaLnBrk="1" hangingPunct="1"/>
            <a:r>
              <a:rPr lang="en-US" dirty="0"/>
              <a:t>Priority Queues </a:t>
            </a:r>
          </a:p>
        </p:txBody>
      </p:sp>
      <p:sp>
        <p:nvSpPr>
          <p:cNvPr id="56323" name="Rectangle 3"/>
          <p:cNvSpPr>
            <a:spLocks noGrp="1" noChangeArrowheads="1"/>
          </p:cNvSpPr>
          <p:nvPr>
            <p:ph idx="1"/>
          </p:nvPr>
        </p:nvSpPr>
        <p:spPr>
          <a:xfrm>
            <a:off x="1828800" y="1752600"/>
            <a:ext cx="8153400" cy="5105400"/>
          </a:xfrm>
        </p:spPr>
        <p:txBody>
          <a:bodyPr/>
          <a:lstStyle/>
          <a:p>
            <a:pPr eaLnBrk="1" hangingPunct="1">
              <a:lnSpc>
                <a:spcPct val="80000"/>
              </a:lnSpc>
            </a:pPr>
            <a:r>
              <a:rPr lang="en-US" sz="2400" dirty="0"/>
              <a:t>Heap data structure itself has many uses.</a:t>
            </a:r>
          </a:p>
          <a:p>
            <a:pPr marL="0" indent="0" eaLnBrk="1" hangingPunct="1">
              <a:lnSpc>
                <a:spcPct val="80000"/>
              </a:lnSpc>
              <a:buNone/>
            </a:pPr>
            <a:endParaRPr lang="en-US" sz="2400" dirty="0"/>
          </a:p>
          <a:p>
            <a:pPr eaLnBrk="1" hangingPunct="1">
              <a:lnSpc>
                <a:spcPct val="80000"/>
              </a:lnSpc>
            </a:pPr>
            <a:r>
              <a:rPr lang="en-US" sz="2400" dirty="0"/>
              <a:t> One of the most popular applications of a heap: its use as an efficient </a:t>
            </a:r>
            <a:r>
              <a:rPr lang="en-US" sz="2400" b="1" dirty="0">
                <a:solidFill>
                  <a:srgbClr val="FF0000"/>
                </a:solidFill>
              </a:rPr>
              <a:t>priority queue</a:t>
            </a:r>
            <a:r>
              <a:rPr lang="en-US" sz="2400" dirty="0"/>
              <a:t>. </a:t>
            </a:r>
          </a:p>
          <a:p>
            <a:pPr eaLnBrk="1" hangingPunct="1">
              <a:lnSpc>
                <a:spcPct val="80000"/>
              </a:lnSpc>
            </a:pPr>
            <a:endParaRPr lang="en-US" sz="2400" dirty="0"/>
          </a:p>
          <a:p>
            <a:pPr eaLnBrk="1" hangingPunct="1">
              <a:lnSpc>
                <a:spcPct val="80000"/>
              </a:lnSpc>
            </a:pPr>
            <a:r>
              <a:rPr lang="en-US" sz="2400" dirty="0"/>
              <a:t>As with heaps, there are two kinds of priority queues:</a:t>
            </a:r>
          </a:p>
          <a:p>
            <a:pPr marL="0" indent="0" eaLnBrk="1" hangingPunct="1">
              <a:lnSpc>
                <a:spcPct val="80000"/>
              </a:lnSpc>
              <a:buNone/>
            </a:pPr>
            <a:r>
              <a:rPr lang="en-US" sz="2400" dirty="0"/>
              <a:t>	- max-priority queues </a:t>
            </a:r>
          </a:p>
          <a:p>
            <a:pPr marL="0" indent="0" eaLnBrk="1" hangingPunct="1">
              <a:lnSpc>
                <a:spcPct val="80000"/>
              </a:lnSpc>
              <a:buNone/>
            </a:pPr>
            <a:r>
              <a:rPr lang="en-US" sz="2400" dirty="0"/>
              <a:t>	- min-priority queues</a:t>
            </a:r>
          </a:p>
          <a:p>
            <a:pPr marL="0" indent="0" eaLnBrk="1" hangingPunct="1">
              <a:lnSpc>
                <a:spcPct val="80000"/>
              </a:lnSpc>
              <a:buNone/>
            </a:pPr>
            <a:endParaRPr lang="en-US" sz="2400" dirty="0"/>
          </a:p>
          <a:p>
            <a:pPr eaLnBrk="1" hangingPunct="1">
              <a:lnSpc>
                <a:spcPct val="80000"/>
              </a:lnSpc>
            </a:pPr>
            <a:r>
              <a:rPr lang="en-US" sz="2400" dirty="0"/>
              <a:t> We will focus here on how to implement </a:t>
            </a:r>
            <a:r>
              <a:rPr lang="en-US" sz="2400" b="1" dirty="0"/>
              <a:t>max-priority queues</a:t>
            </a:r>
            <a:r>
              <a:rPr lang="en-US" sz="2400" dirty="0"/>
              <a:t>, which are in turn based on max-heaps</a:t>
            </a:r>
          </a:p>
        </p:txBody>
      </p:sp>
      <p:sp>
        <p:nvSpPr>
          <p:cNvPr id="56324" name="Slide Number Placeholder 5"/>
          <p:cNvSpPr>
            <a:spLocks noGrp="1"/>
          </p:cNvSpPr>
          <p:nvPr>
            <p:ph type="sldNum" sz="quarter" idx="12"/>
          </p:nvPr>
        </p:nvSpPr>
        <p:spPr bwMode="auto">
          <a:xfrm>
            <a:off x="8948738" y="6459539"/>
            <a:ext cx="984250" cy="3651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fld id="{7EB095CC-4F5D-407A-A513-E1CCBFE04FFA}" type="slidenum">
              <a:rPr lang="en-US" sz="800">
                <a:latin typeface="Tahoma" panose="020B0604030504040204" pitchFamily="34" charset="0"/>
              </a:rPr>
              <a:pPr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t>29</a:t>
            </a:fld>
            <a:endParaRPr lang="en-US" sz="800">
              <a:latin typeface="Tahoma" panose="020B0604030504040204" pitchFamily="34" charset="0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Rectangle 2"/>
          <p:cNvSpPr>
            <a:spLocks noGrp="1" noChangeArrowheads="1"/>
          </p:cNvSpPr>
          <p:nvPr>
            <p:ph type="title"/>
          </p:nvPr>
        </p:nvSpPr>
        <p:spPr>
          <a:xfrm>
            <a:off x="1981200" y="457200"/>
            <a:ext cx="7793038" cy="1143000"/>
          </a:xfrm>
        </p:spPr>
        <p:txBody>
          <a:bodyPr/>
          <a:lstStyle/>
          <a:p>
            <a:pPr eaLnBrk="1" hangingPunct="1"/>
            <a:r>
              <a:rPr lang="en-US"/>
              <a:t>Priority queues.</a:t>
            </a:r>
          </a:p>
        </p:txBody>
      </p:sp>
      <p:sp>
        <p:nvSpPr>
          <p:cNvPr id="57347" name="Rectangle 3"/>
          <p:cNvSpPr>
            <a:spLocks noGrp="1" noChangeArrowheads="1"/>
          </p:cNvSpPr>
          <p:nvPr>
            <p:ph idx="1"/>
          </p:nvPr>
        </p:nvSpPr>
        <p:spPr>
          <a:xfrm>
            <a:off x="2133600" y="1905000"/>
            <a:ext cx="7772400" cy="4114800"/>
          </a:xfrm>
        </p:spPr>
        <p:txBody>
          <a:bodyPr/>
          <a:lstStyle/>
          <a:p>
            <a:pPr eaLnBrk="1" hangingPunct="1">
              <a:lnSpc>
                <a:spcPct val="80000"/>
              </a:lnSpc>
            </a:pPr>
            <a:r>
              <a:rPr lang="en-US" sz="2400" b="1" i="1" dirty="0"/>
              <a:t>priority queue</a:t>
            </a:r>
            <a:r>
              <a:rPr lang="en-US" sz="2400" dirty="0"/>
              <a:t> is a data structure for maintaining a set </a:t>
            </a:r>
            <a:r>
              <a:rPr lang="en-US" sz="2400" i="1" dirty="0"/>
              <a:t>S</a:t>
            </a:r>
            <a:r>
              <a:rPr lang="en-US" sz="2400" dirty="0"/>
              <a:t> of elements, each with an associated value called a </a:t>
            </a:r>
            <a:r>
              <a:rPr lang="en-US" sz="2400" b="1" i="1" dirty="0"/>
              <a:t>key</a:t>
            </a:r>
            <a:r>
              <a:rPr lang="en-US" sz="2400" dirty="0"/>
              <a:t>. A </a:t>
            </a:r>
            <a:r>
              <a:rPr lang="en-US" sz="2400" b="1" i="1" dirty="0"/>
              <a:t>max-priority queue</a:t>
            </a:r>
            <a:r>
              <a:rPr lang="en-US" sz="2400" dirty="0"/>
              <a:t> supports the following operations.</a:t>
            </a:r>
          </a:p>
          <a:p>
            <a:pPr marL="0" indent="0" eaLnBrk="1" hangingPunct="1">
              <a:lnSpc>
                <a:spcPct val="80000"/>
              </a:lnSpc>
              <a:buNone/>
            </a:pPr>
            <a:endParaRPr lang="en-US" sz="2400" dirty="0"/>
          </a:p>
          <a:p>
            <a:pPr eaLnBrk="1" hangingPunct="1">
              <a:lnSpc>
                <a:spcPct val="80000"/>
              </a:lnSpc>
            </a:pPr>
            <a:r>
              <a:rPr lang="en-US" sz="2400" dirty="0"/>
              <a:t>INSERT(</a:t>
            </a:r>
            <a:r>
              <a:rPr lang="en-US" sz="2400" i="1" dirty="0"/>
              <a:t>S</a:t>
            </a:r>
            <a:r>
              <a:rPr lang="en-US" sz="2400" dirty="0"/>
              <a:t>, </a:t>
            </a:r>
            <a:r>
              <a:rPr lang="en-US" sz="2400" i="1" dirty="0"/>
              <a:t>x</a:t>
            </a:r>
            <a:r>
              <a:rPr lang="en-US" sz="2400" dirty="0"/>
              <a:t>) inserts the element </a:t>
            </a:r>
            <a:r>
              <a:rPr lang="en-US" sz="2400" i="1" dirty="0"/>
              <a:t>x</a:t>
            </a:r>
            <a:r>
              <a:rPr lang="en-US" sz="2400" dirty="0"/>
              <a:t> into the set </a:t>
            </a:r>
            <a:r>
              <a:rPr lang="en-US" sz="2400" i="1" dirty="0"/>
              <a:t>S</a:t>
            </a:r>
            <a:r>
              <a:rPr lang="en-US" sz="2400" dirty="0"/>
              <a:t>. This operation could be written as </a:t>
            </a:r>
            <a:r>
              <a:rPr lang="en-US" sz="2400" i="1" dirty="0"/>
              <a:t>S</a:t>
            </a:r>
            <a:r>
              <a:rPr lang="en-US" sz="2400" dirty="0"/>
              <a:t> = </a:t>
            </a:r>
            <a:r>
              <a:rPr lang="en-US" sz="2400" i="1" dirty="0"/>
              <a:t>S</a:t>
            </a:r>
            <a:r>
              <a:rPr lang="en-US" sz="2400" dirty="0"/>
              <a:t> </a:t>
            </a:r>
            <a:r>
              <a:rPr lang="en-US" sz="2400" dirty="0">
                <a:sym typeface="Symbol" panose="05050102010706020507" pitchFamily="18" charset="2"/>
              </a:rPr>
              <a:t></a:t>
            </a:r>
            <a:r>
              <a:rPr lang="en-US" sz="2400" dirty="0"/>
              <a:t> {</a:t>
            </a:r>
            <a:r>
              <a:rPr lang="en-US" sz="2400" i="1" dirty="0"/>
              <a:t>x</a:t>
            </a:r>
            <a:r>
              <a:rPr lang="en-US" sz="2400" dirty="0"/>
              <a:t>}.</a:t>
            </a:r>
          </a:p>
          <a:p>
            <a:pPr marL="0" indent="0" eaLnBrk="1" hangingPunct="1">
              <a:lnSpc>
                <a:spcPct val="80000"/>
              </a:lnSpc>
              <a:buNone/>
            </a:pPr>
            <a:endParaRPr lang="en-US" sz="2400" dirty="0"/>
          </a:p>
          <a:p>
            <a:pPr eaLnBrk="1" hangingPunct="1">
              <a:lnSpc>
                <a:spcPct val="80000"/>
              </a:lnSpc>
            </a:pPr>
            <a:r>
              <a:rPr lang="en-US" sz="2400" dirty="0"/>
              <a:t>EXTRACT-MAX(</a:t>
            </a:r>
            <a:r>
              <a:rPr lang="en-US" sz="2400" i="1" dirty="0"/>
              <a:t>S</a:t>
            </a:r>
            <a:r>
              <a:rPr lang="en-US" sz="2400" dirty="0"/>
              <a:t>) removes and returns the element of </a:t>
            </a:r>
            <a:r>
              <a:rPr lang="en-US" sz="2400" i="1" dirty="0"/>
              <a:t>S</a:t>
            </a:r>
            <a:r>
              <a:rPr lang="en-US" sz="2400" dirty="0"/>
              <a:t> with the largest key.</a:t>
            </a:r>
          </a:p>
          <a:p>
            <a:pPr marL="0" indent="0" eaLnBrk="1" hangingPunct="1">
              <a:lnSpc>
                <a:spcPct val="80000"/>
              </a:lnSpc>
              <a:buNone/>
            </a:pPr>
            <a:endParaRPr lang="en-US" sz="2000" dirty="0"/>
          </a:p>
        </p:txBody>
      </p:sp>
      <p:sp>
        <p:nvSpPr>
          <p:cNvPr id="57348" name="Slide Number Placeholder 5"/>
          <p:cNvSpPr>
            <a:spLocks noGrp="1"/>
          </p:cNvSpPr>
          <p:nvPr>
            <p:ph type="sldNum" sz="quarter" idx="12"/>
          </p:nvPr>
        </p:nvSpPr>
        <p:spPr bwMode="auto">
          <a:xfrm>
            <a:off x="8948738" y="6459539"/>
            <a:ext cx="984250" cy="3651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fld id="{C4F56A62-D21C-4C06-B939-A7CCD0136B25}" type="slidenum">
              <a:rPr lang="en-US" sz="800">
                <a:latin typeface="Tahoma" panose="020B0604030504040204" pitchFamily="34" charset="0"/>
              </a:rPr>
              <a:pPr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t>30</a:t>
            </a:fld>
            <a:endParaRPr lang="en-US" sz="800">
              <a:latin typeface="Tahoma" panose="020B0604030504040204" pitchFamily="34" charset="0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Rectangle 2"/>
          <p:cNvSpPr>
            <a:spLocks noGrp="1" noChangeArrowheads="1"/>
          </p:cNvSpPr>
          <p:nvPr>
            <p:ph type="title"/>
          </p:nvPr>
        </p:nvSpPr>
        <p:spPr>
          <a:xfrm>
            <a:off x="1981200" y="457200"/>
            <a:ext cx="7793038" cy="1143000"/>
          </a:xfrm>
        </p:spPr>
        <p:txBody>
          <a:bodyPr/>
          <a:lstStyle/>
          <a:p>
            <a:pPr eaLnBrk="1" hangingPunct="1"/>
            <a:r>
              <a:rPr lang="en-US"/>
              <a:t>Priority queues.</a:t>
            </a:r>
          </a:p>
        </p:txBody>
      </p:sp>
      <p:sp>
        <p:nvSpPr>
          <p:cNvPr id="57347" name="Rectangle 3"/>
          <p:cNvSpPr>
            <a:spLocks noGrp="1" noChangeArrowheads="1"/>
          </p:cNvSpPr>
          <p:nvPr>
            <p:ph idx="1"/>
          </p:nvPr>
        </p:nvSpPr>
        <p:spPr>
          <a:xfrm>
            <a:off x="2133600" y="1905000"/>
            <a:ext cx="7772400" cy="4114800"/>
          </a:xfrm>
        </p:spPr>
        <p:txBody>
          <a:bodyPr/>
          <a:lstStyle/>
          <a:p>
            <a:pPr eaLnBrk="1" hangingPunct="1">
              <a:lnSpc>
                <a:spcPct val="80000"/>
              </a:lnSpc>
            </a:pPr>
            <a:r>
              <a:rPr lang="en-US" sz="2400" dirty="0"/>
              <a:t>One application of max-priority queues is to schedule jobs on a shared computer. </a:t>
            </a:r>
          </a:p>
          <a:p>
            <a:pPr marL="0" indent="0" eaLnBrk="1" hangingPunct="1">
              <a:lnSpc>
                <a:spcPct val="80000"/>
              </a:lnSpc>
              <a:buNone/>
            </a:pPr>
            <a:r>
              <a:rPr lang="en-US" sz="2400" dirty="0"/>
              <a:t>     The max-priority queue keeps track of the jobs to be performed and their relative priorities. When a job is finished or interrupted, the highest-priority job is selected from those pending using EXTRACT-MAX. A new job can be added to the queue at any time using INSERT.</a:t>
            </a:r>
          </a:p>
          <a:p>
            <a:pPr eaLnBrk="1" hangingPunct="1">
              <a:lnSpc>
                <a:spcPct val="80000"/>
              </a:lnSpc>
            </a:pPr>
            <a:endParaRPr lang="en-US" sz="2000" dirty="0"/>
          </a:p>
        </p:txBody>
      </p:sp>
      <p:sp>
        <p:nvSpPr>
          <p:cNvPr id="57348" name="Slide Number Placeholder 5"/>
          <p:cNvSpPr>
            <a:spLocks noGrp="1"/>
          </p:cNvSpPr>
          <p:nvPr>
            <p:ph type="sldNum" sz="quarter" idx="12"/>
          </p:nvPr>
        </p:nvSpPr>
        <p:spPr bwMode="auto">
          <a:xfrm>
            <a:off x="8948738" y="6459539"/>
            <a:ext cx="984250" cy="3651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fld id="{C4F56A62-D21C-4C06-B939-A7CCD0136B25}" type="slidenum">
              <a:rPr lang="en-US" sz="800">
                <a:latin typeface="Tahoma" panose="020B0604030504040204" pitchFamily="34" charset="0"/>
              </a:rPr>
              <a:pPr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t>31</a:t>
            </a:fld>
            <a:endParaRPr lang="en-US" sz="800">
              <a:latin typeface="Tahom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22183606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HEAP_EXTRACT_MAX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86000" y="1524000"/>
            <a:ext cx="7753350" cy="5105400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dirty="0"/>
              <a:t>HEAP_EXTRACT_MAX(A[1 .. n])</a:t>
            </a:r>
          </a:p>
          <a:p>
            <a:pPr marL="0" indent="0">
              <a:buNone/>
            </a:pPr>
            <a:r>
              <a:rPr lang="en-US" sz="2000" b="1" dirty="0"/>
              <a:t>This will remove the maximum element from heap and return it</a:t>
            </a:r>
          </a:p>
          <a:p>
            <a:pPr marL="0" indent="0">
              <a:buNone/>
            </a:pPr>
            <a:r>
              <a:rPr lang="en-US" sz="1800" dirty="0"/>
              <a:t>Input : heap(A)</a:t>
            </a:r>
          </a:p>
          <a:p>
            <a:pPr marL="0" indent="0">
              <a:buNone/>
            </a:pPr>
            <a:r>
              <a:rPr lang="en-US" sz="1800" dirty="0"/>
              <a:t>Output : Maximum element or root, heap(A[1..n-1]) </a:t>
            </a:r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r>
              <a:rPr lang="en-US" sz="2000" dirty="0"/>
              <a:t>1. if </a:t>
            </a:r>
            <a:r>
              <a:rPr lang="en-US" sz="2000" dirty="0" err="1"/>
              <a:t>A.heap_size</a:t>
            </a:r>
            <a:r>
              <a:rPr lang="en-US" sz="2000" dirty="0"/>
              <a:t> &gt;= 1</a:t>
            </a:r>
          </a:p>
          <a:p>
            <a:pPr marL="457200" indent="-457200">
              <a:buAutoNum type="arabicPeriod" startAt="2"/>
            </a:pPr>
            <a:r>
              <a:rPr lang="en-US" sz="2000" dirty="0"/>
              <a:t>  max = A[1]</a:t>
            </a:r>
          </a:p>
          <a:p>
            <a:pPr marL="457200" indent="-457200">
              <a:buAutoNum type="arabicPeriod" startAt="2"/>
            </a:pPr>
            <a:r>
              <a:rPr lang="en-US" sz="2000" dirty="0"/>
              <a:t>  A[1] = A[</a:t>
            </a:r>
            <a:r>
              <a:rPr lang="en-US" sz="2000" dirty="0" err="1"/>
              <a:t>A.heap_size</a:t>
            </a:r>
            <a:r>
              <a:rPr lang="en-US" sz="2000" dirty="0"/>
              <a:t>]	</a:t>
            </a:r>
          </a:p>
          <a:p>
            <a:pPr marL="457200" indent="-457200">
              <a:buAutoNum type="arabicPeriod" startAt="2"/>
            </a:pPr>
            <a:r>
              <a:rPr lang="en-US" sz="2000" dirty="0"/>
              <a:t>  </a:t>
            </a:r>
            <a:r>
              <a:rPr lang="en-US" sz="2000" dirty="0" err="1"/>
              <a:t>A.heap_size</a:t>
            </a:r>
            <a:r>
              <a:rPr lang="en-US" sz="2000" dirty="0"/>
              <a:t> = </a:t>
            </a:r>
            <a:r>
              <a:rPr lang="en-US" sz="2000" dirty="0" err="1"/>
              <a:t>A.heap_size</a:t>
            </a:r>
            <a:r>
              <a:rPr lang="en-US" sz="2000" dirty="0"/>
              <a:t> -1</a:t>
            </a:r>
          </a:p>
          <a:p>
            <a:pPr marL="457200" indent="-457200">
              <a:buAutoNum type="arabicPeriod" startAt="2"/>
            </a:pPr>
            <a:r>
              <a:rPr lang="en-US" sz="2000" dirty="0"/>
              <a:t>  MAX_HEAPIFY(A,1)</a:t>
            </a:r>
          </a:p>
          <a:p>
            <a:pPr marL="457200" indent="-457200">
              <a:buAutoNum type="arabicPeriod" startAt="2"/>
            </a:pPr>
            <a:r>
              <a:rPr lang="en-US" sz="2000" dirty="0"/>
              <a:t>  return max</a:t>
            </a:r>
          </a:p>
          <a:p>
            <a:pPr marL="0" indent="0">
              <a:buNone/>
            </a:pPr>
            <a:endParaRPr lang="en-US" sz="2000" b="1" dirty="0"/>
          </a:p>
          <a:p>
            <a:pPr marL="0" indent="0">
              <a:buNone/>
            </a:pPr>
            <a:r>
              <a:rPr lang="en-US" sz="2000" b="1" dirty="0"/>
              <a:t>Running time : O(log n)</a:t>
            </a:r>
          </a:p>
          <a:p>
            <a:pPr marL="457200" indent="-457200">
              <a:buAutoNum type="arabicPeriod" startAt="2"/>
            </a:pPr>
            <a:endParaRPr lang="en-US" sz="2000" dirty="0"/>
          </a:p>
          <a:p>
            <a:pPr marL="457200" indent="-457200">
              <a:buAutoNum type="arabicPeriod" startAt="2"/>
            </a:pPr>
            <a:endParaRPr lang="en-US" sz="2000" dirty="0"/>
          </a:p>
          <a:p>
            <a:pPr marL="457200" indent="-457200">
              <a:buAutoNum type="arabicPeriod" startAt="2"/>
            </a:pP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351053806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HEAP_INSERT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152650" y="1447800"/>
            <a:ext cx="7886700" cy="502920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HEAP_INSERT(A, key)</a:t>
            </a:r>
          </a:p>
          <a:p>
            <a:pPr marL="0" indent="0">
              <a:buNone/>
            </a:pPr>
            <a:r>
              <a:rPr lang="en-US" sz="2400" b="1" dirty="0"/>
              <a:t>This will add a new element to the heap</a:t>
            </a:r>
          </a:p>
          <a:p>
            <a:pPr marL="0" indent="0">
              <a:buNone/>
            </a:pPr>
            <a:r>
              <a:rPr lang="en-US" sz="1800" dirty="0"/>
              <a:t>Input : heap(A[1..n]), key - the new element</a:t>
            </a:r>
          </a:p>
          <a:p>
            <a:pPr marL="0" indent="0">
              <a:buNone/>
            </a:pPr>
            <a:r>
              <a:rPr lang="en-US" sz="1800" dirty="0"/>
              <a:t>Output : heap(A[1..n+1 ]), with k in the heap</a:t>
            </a:r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r>
              <a:rPr lang="en-US" sz="2000" dirty="0"/>
              <a:t>1. </a:t>
            </a:r>
            <a:r>
              <a:rPr lang="en-US" sz="2000" dirty="0" err="1"/>
              <a:t>A.heap_size</a:t>
            </a:r>
            <a:r>
              <a:rPr lang="en-US" sz="2000" dirty="0"/>
              <a:t> = </a:t>
            </a:r>
            <a:r>
              <a:rPr lang="en-US" sz="2000" dirty="0" err="1"/>
              <a:t>A.heap_size</a:t>
            </a:r>
            <a:r>
              <a:rPr lang="en-US" sz="2000" dirty="0"/>
              <a:t> + 1</a:t>
            </a:r>
          </a:p>
          <a:p>
            <a:pPr marL="0" indent="0">
              <a:buNone/>
            </a:pPr>
            <a:r>
              <a:rPr lang="en-US" sz="2000" dirty="0"/>
              <a:t>2. </a:t>
            </a:r>
            <a:r>
              <a:rPr lang="en-US" sz="2000" dirty="0" err="1"/>
              <a:t>i</a:t>
            </a:r>
            <a:r>
              <a:rPr lang="en-US" sz="2000" dirty="0"/>
              <a:t> = </a:t>
            </a:r>
            <a:r>
              <a:rPr lang="en-US" sz="2000" dirty="0" err="1"/>
              <a:t>A.heap_size</a:t>
            </a:r>
            <a:r>
              <a:rPr lang="en-US" sz="2000" dirty="0"/>
              <a:t> // assume A[</a:t>
            </a:r>
            <a:r>
              <a:rPr lang="en-US" sz="2000" dirty="0" err="1"/>
              <a:t>i</a:t>
            </a:r>
            <a:r>
              <a:rPr lang="en-US" sz="2000" dirty="0"/>
              <a:t>] = - ∞</a:t>
            </a:r>
          </a:p>
          <a:p>
            <a:pPr marL="0" indent="0">
              <a:buNone/>
            </a:pPr>
            <a:r>
              <a:rPr lang="en-US" sz="2000" dirty="0"/>
              <a:t>3. while </a:t>
            </a:r>
            <a:r>
              <a:rPr lang="en-US" sz="2000" dirty="0" err="1"/>
              <a:t>i</a:t>
            </a:r>
            <a:r>
              <a:rPr lang="en-US" sz="2000" dirty="0"/>
              <a:t> &gt; 1 and A[PARENT(</a:t>
            </a:r>
            <a:r>
              <a:rPr lang="en-US" sz="2000" dirty="0" err="1"/>
              <a:t>i</a:t>
            </a:r>
            <a:r>
              <a:rPr lang="en-US" sz="2000" dirty="0"/>
              <a:t>)] &lt; key</a:t>
            </a:r>
          </a:p>
          <a:p>
            <a:pPr marL="457200" indent="-457200">
              <a:buAutoNum type="arabicPeriod" startAt="4"/>
            </a:pPr>
            <a:r>
              <a:rPr lang="en-US" sz="2000" dirty="0"/>
              <a:t>  A[</a:t>
            </a:r>
            <a:r>
              <a:rPr lang="en-US" sz="2000" dirty="0" err="1"/>
              <a:t>i</a:t>
            </a:r>
            <a:r>
              <a:rPr lang="en-US" sz="2000" dirty="0"/>
              <a:t>] = A[PARENT(</a:t>
            </a:r>
            <a:r>
              <a:rPr lang="en-US" sz="2000" dirty="0" err="1"/>
              <a:t>i</a:t>
            </a:r>
            <a:r>
              <a:rPr lang="en-US" sz="2000" dirty="0"/>
              <a:t>)]</a:t>
            </a:r>
          </a:p>
          <a:p>
            <a:pPr marL="457200" indent="-457200">
              <a:buAutoNum type="arabicPeriod" startAt="4"/>
            </a:pPr>
            <a:r>
              <a:rPr lang="en-US" sz="2000" dirty="0"/>
              <a:t>  </a:t>
            </a:r>
            <a:r>
              <a:rPr lang="en-US" sz="2000" dirty="0" err="1"/>
              <a:t>i</a:t>
            </a:r>
            <a:r>
              <a:rPr lang="en-US" sz="2000" dirty="0"/>
              <a:t> = PARENT(</a:t>
            </a:r>
            <a:r>
              <a:rPr lang="en-US" sz="2000" dirty="0" err="1"/>
              <a:t>i</a:t>
            </a:r>
            <a:r>
              <a:rPr lang="en-US" sz="2000" dirty="0"/>
              <a:t>)</a:t>
            </a:r>
          </a:p>
          <a:p>
            <a:pPr marL="225425" indent="-225425">
              <a:buAutoNum type="arabicPeriod" startAt="4"/>
            </a:pPr>
            <a:r>
              <a:rPr lang="en-US" sz="2000" dirty="0"/>
              <a:t>A[</a:t>
            </a:r>
            <a:r>
              <a:rPr lang="en-US" sz="2000" dirty="0" err="1"/>
              <a:t>i</a:t>
            </a:r>
            <a:r>
              <a:rPr lang="en-US" sz="2000" dirty="0"/>
              <a:t>] = key</a:t>
            </a:r>
          </a:p>
          <a:p>
            <a:pPr marL="0" indent="0">
              <a:buNone/>
            </a:pPr>
            <a:r>
              <a:rPr lang="en-US" dirty="0"/>
              <a:t>Running time : O(</a:t>
            </a:r>
            <a:r>
              <a:rPr lang="en-US" dirty="0" err="1"/>
              <a:t>lg</a:t>
            </a:r>
            <a:r>
              <a:rPr lang="en-US" dirty="0"/>
              <a:t> n)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34579395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2" name="Rectangle 2"/>
          <p:cNvSpPr>
            <a:spLocks noGrp="1" noChangeArrowheads="1"/>
          </p:cNvSpPr>
          <p:nvPr>
            <p:ph type="title"/>
          </p:nvPr>
        </p:nvSpPr>
        <p:spPr>
          <a:xfrm>
            <a:off x="1905000" y="457200"/>
            <a:ext cx="7793038" cy="1143000"/>
          </a:xfrm>
        </p:spPr>
        <p:txBody>
          <a:bodyPr/>
          <a:lstStyle/>
          <a:p>
            <a:pPr eaLnBrk="1" hangingPunct="1"/>
            <a:r>
              <a:rPr lang="en-US"/>
              <a:t>Summary</a:t>
            </a:r>
          </a:p>
        </p:txBody>
      </p:sp>
      <p:sp>
        <p:nvSpPr>
          <p:cNvPr id="61443" name="Rectangle 3"/>
          <p:cNvSpPr>
            <a:spLocks noGrp="1" noChangeArrowheads="1"/>
          </p:cNvSpPr>
          <p:nvPr>
            <p:ph idx="1"/>
          </p:nvPr>
        </p:nvSpPr>
        <p:spPr>
          <a:xfrm>
            <a:off x="2057400" y="1905000"/>
            <a:ext cx="7772400" cy="4114800"/>
          </a:xfrm>
        </p:spPr>
        <p:txBody>
          <a:bodyPr/>
          <a:lstStyle/>
          <a:p>
            <a:pPr eaLnBrk="1" hangingPunct="1"/>
            <a:r>
              <a:rPr lang="en-US" sz="2400"/>
              <a:t>Complete binary Tree</a:t>
            </a:r>
          </a:p>
          <a:p>
            <a:pPr eaLnBrk="1" hangingPunct="1"/>
            <a:r>
              <a:rPr lang="en-US" sz="2400"/>
              <a:t>Heap property</a:t>
            </a:r>
          </a:p>
          <a:p>
            <a:pPr eaLnBrk="1" hangingPunct="1"/>
            <a:r>
              <a:rPr lang="en-US" sz="2400"/>
              <a:t>Heap</a:t>
            </a:r>
          </a:p>
          <a:p>
            <a:pPr eaLnBrk="1" hangingPunct="1"/>
            <a:r>
              <a:rPr lang="en-US" sz="2400"/>
              <a:t>Maintaining heap Property(HEAPIFY)</a:t>
            </a:r>
          </a:p>
          <a:p>
            <a:pPr eaLnBrk="1" hangingPunct="1"/>
            <a:r>
              <a:rPr lang="en-US" sz="2400"/>
              <a:t>Building Heaps </a:t>
            </a:r>
          </a:p>
          <a:p>
            <a:pPr eaLnBrk="1" hangingPunct="1"/>
            <a:r>
              <a:rPr lang="en-US" sz="2400"/>
              <a:t>HeapSort Algorithm</a:t>
            </a:r>
          </a:p>
          <a:p>
            <a:pPr eaLnBrk="1" hangingPunct="1"/>
            <a:r>
              <a:rPr lang="en-US" sz="2400"/>
              <a:t>Priority queues.</a:t>
            </a:r>
          </a:p>
          <a:p>
            <a:pPr eaLnBrk="1" hangingPunct="1"/>
            <a:r>
              <a:rPr lang="en-US" sz="2400"/>
              <a:t>Heap Extract Max.</a:t>
            </a:r>
          </a:p>
          <a:p>
            <a:pPr eaLnBrk="1" hangingPunct="1"/>
            <a:r>
              <a:rPr lang="en-US" sz="2400"/>
              <a:t>Heap Insert.</a:t>
            </a:r>
            <a:endParaRPr lang="en-US"/>
          </a:p>
        </p:txBody>
      </p:sp>
      <p:sp>
        <p:nvSpPr>
          <p:cNvPr id="61444" name="Slide Number Placeholder 5"/>
          <p:cNvSpPr>
            <a:spLocks noGrp="1"/>
          </p:cNvSpPr>
          <p:nvPr>
            <p:ph type="sldNum" sz="quarter" idx="12"/>
          </p:nvPr>
        </p:nvSpPr>
        <p:spPr bwMode="auto">
          <a:xfrm>
            <a:off x="8948738" y="6459539"/>
            <a:ext cx="984250" cy="3651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fld id="{71252E01-144B-4436-8701-A242765DE172}" type="slidenum">
              <a:rPr lang="en-US" sz="800">
                <a:latin typeface="Tahoma" panose="020B0604030504040204" pitchFamily="34" charset="0"/>
              </a:rPr>
              <a:pPr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t>34</a:t>
            </a:fld>
            <a:endParaRPr lang="en-US" sz="800">
              <a:latin typeface="Tahoma" panose="020B0604030504040204" pitchFamily="34" charset="0"/>
            </a:endParaRPr>
          </a:p>
        </p:txBody>
      </p:sp>
    </p:spTree>
  </p:cSld>
  <p:clrMapOvr>
    <a:masterClrMapping/>
  </p:clrMapOvr>
  <p:transition/>
</p:sld>
</file>

<file path=ppt/theme/theme1.xml><?xml version="1.0" encoding="utf-8"?>
<a:theme xmlns:a="http://schemas.openxmlformats.org/drawingml/2006/main" name="Custom 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Updated Design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esentation1" id="{C5C82534-F570-47D0-B68B-77FF3196E0DA}" vid="{CA49051E-35FD-4162-BB75-12F1D25530D3}"/>
    </a:ext>
  </a:extLst>
</a:theme>
</file>

<file path=ppt/theme/theme3.xml><?xml version="1.0" encoding="utf-8"?>
<a:theme xmlns:a="http://schemas.openxmlformats.org/drawingml/2006/main" name="1_Custom 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esentation1" id="{C5C82534-F570-47D0-B68B-77FF3196E0DA}" vid="{0BC3DA50-FEEF-43B6-860E-C898C0E591E6}"/>
    </a:ext>
  </a:extLst>
</a:theme>
</file>

<file path=ppt/theme/theme4.xml><?xml version="1.0" encoding="utf-8"?>
<a:theme xmlns:a="http://schemas.openxmlformats.org/drawingml/2006/main" name="Theme1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heme1" id="{488ED978-1793-4645-B706-86B5D451987D}" vid="{EAE29390-8B5E-4EF4-A794-C1496CF16FCA}"/>
    </a:ext>
  </a:extLst>
</a:theme>
</file>

<file path=ppt/theme/theme5.xml><?xml version="1.0" encoding="utf-8"?>
<a:theme xmlns:a="http://schemas.openxmlformats.org/drawingml/2006/main" name="2_Custom 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6.xml><?xml version="1.0" encoding="utf-8"?>
<a:theme xmlns:a="http://schemas.openxmlformats.org/drawingml/2006/main" name="Presentation3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OC-Recording-Template" id="{D7319FCF-8542-1F41-8FCB-1CE7FD700E81}" vid="{55DFB19D-8CD7-374E-93C3-3427CC06C4CD}"/>
    </a:ext>
  </a:extLst>
</a:theme>
</file>

<file path=ppt/theme/theme7.xml><?xml version="1.0" encoding="utf-8"?>
<a:theme xmlns:a="http://schemas.openxmlformats.org/drawingml/2006/main" name="3_Custom 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OC-Recording-Template" id="{D7319FCF-8542-1F41-8FCB-1CE7FD700E81}" vid="{812AAC09-44D3-5540-A76F-F76F8887BB39}"/>
    </a:ext>
  </a:extLst>
</a:theme>
</file>

<file path=ppt/theme/theme8.xml><?xml version="1.0" encoding="utf-8"?>
<a:theme xmlns:a="http://schemas.openxmlformats.org/drawingml/2006/main" name="4_Custom 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OC-Recording-Template" id="{D7319FCF-8542-1F41-8FCB-1CE7FD700E81}" vid="{D494B3FE-53B0-E440-9A9B-ABF54A0C63FE}"/>
    </a:ext>
  </a:extLst>
</a:theme>
</file>

<file path=ppt/theme/theme9.xml><?xml version="1.0" encoding="utf-8"?>
<a:theme xmlns:a="http://schemas.openxmlformats.org/drawingml/2006/main" name="5_Custom 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OC-Recording-Template" id="{D7319FCF-8542-1F41-8FCB-1CE7FD700E81}" vid="{ABB46C2A-DBBF-2F44-9DD8-9AA6E3D75EB1}"/>
    </a:ext>
  </a:extLst>
</a:theme>
</file>

<file path=ppt/theme/theme10.xml><?xml version="1.0" encoding="utf-8"?>
<a:theme xmlns:a="http://schemas.openxmlformats.org/drawingml/2006/main" name="6_Custom 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OC-Recording-Template" id="{D7319FCF-8542-1F41-8FCB-1CE7FD700E81}" vid="{3B148348-D753-0A4F-BC14-61EDA13F40B8}"/>
    </a:ext>
  </a:extLst>
</a:theme>
</file>

<file path=ppt/theme/theme11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13503644CC7B9D4680D6EE4CCCF2C992" ma:contentTypeVersion="14" ma:contentTypeDescription="Create a new document." ma:contentTypeScope="" ma:versionID="a434e3fa0175df01d750fd8dcaf8a00f">
  <xsd:schema xmlns:xsd="http://www.w3.org/2001/XMLSchema" xmlns:xs="http://www.w3.org/2001/XMLSchema" xmlns:p="http://schemas.microsoft.com/office/2006/metadata/properties" xmlns:ns2="c1718f6a-3191-4b10-bab6-49a892608d4f" xmlns:ns3="f27f2145-870e-4375-be19-b1d2c8d61a99" targetNamespace="http://schemas.microsoft.com/office/2006/metadata/properties" ma:root="true" ma:fieldsID="cca8502b649607b1a7ebaf1946ecb9e9" ns2:_="" ns3:_="">
    <xsd:import namespace="c1718f6a-3191-4b10-bab6-49a892608d4f"/>
    <xsd:import namespace="f27f2145-870e-4375-be19-b1d2c8d61a99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bjectDetectorVersions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3:SharedWithUsers" minOccurs="0"/>
                <xsd:element ref="ns3:SharedWithDetails" minOccurs="0"/>
                <xsd:element ref="ns2:MediaServiceDateTaken" minOccurs="0"/>
                <xsd:element ref="ns2:MediaLengthInSeconds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1718f6a-3191-4b10-bab6-49a892608d4f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1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lcf76f155ced4ddcb4097134ff3c332f" ma:index="12" nillable="true" ma:taxonomy="true" ma:internalName="lcf76f155ced4ddcb4097134ff3c332f" ma:taxonomyFieldName="MediaServiceImageTags" ma:displayName="Image Tags" ma:readOnly="false" ma:fieldId="{5cf76f15-5ced-4ddc-b409-7134ff3c332f}" ma:taxonomyMulti="true" ma:sspId="7c8a686f-bba2-44f2-819b-edf0b3003fbd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4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9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LengthInSeconds" ma:index="20" nillable="true" ma:displayName="MediaLengthInSeconds" ma:hidden="true" ma:internalName="MediaLengthInSeconds" ma:readOnly="true">
      <xsd:simpleType>
        <xsd:restriction base="dms:Unknown"/>
      </xsd:simpleType>
    </xsd:element>
    <xsd:element name="MediaServiceSearchProperties" ma:index="21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27f2145-870e-4375-be19-b1d2c8d61a99" elementFormDefault="qualified">
    <xsd:import namespace="http://schemas.microsoft.com/office/2006/documentManagement/types"/>
    <xsd:import namespace="http://schemas.microsoft.com/office/infopath/2007/PartnerControls"/>
    <xsd:element name="TaxCatchAll" ma:index="13" nillable="true" ma:displayName="Taxonomy Catch All Column" ma:hidden="true" ma:list="{d3b7e960-3d7b-437e-b317-07637589bdc5}" ma:internalName="TaxCatchAll" ma:showField="CatchAllData" ma:web="f27f2145-870e-4375-be19-b1d2c8d61a99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SharedWithUsers" ma:index="17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8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c1718f6a-3191-4b10-bab6-49a892608d4f">
      <Terms xmlns="http://schemas.microsoft.com/office/infopath/2007/PartnerControls"/>
    </lcf76f155ced4ddcb4097134ff3c332f>
    <TaxCatchAll xmlns="f27f2145-870e-4375-be19-b1d2c8d61a99" xsi:nil="true"/>
  </documentManagement>
</p:properties>
</file>

<file path=customXml/itemProps1.xml><?xml version="1.0" encoding="utf-8"?>
<ds:datastoreItem xmlns:ds="http://schemas.openxmlformats.org/officeDocument/2006/customXml" ds:itemID="{6D7942C5-2186-4652-9162-F76D9A6B37B1}"/>
</file>

<file path=customXml/itemProps2.xml><?xml version="1.0" encoding="utf-8"?>
<ds:datastoreItem xmlns:ds="http://schemas.openxmlformats.org/officeDocument/2006/customXml" ds:itemID="{F728C70E-4CDC-45DD-9C6D-CC3A728039B6}"/>
</file>

<file path=customXml/itemProps3.xml><?xml version="1.0" encoding="utf-8"?>
<ds:datastoreItem xmlns:ds="http://schemas.openxmlformats.org/officeDocument/2006/customXml" ds:itemID="{5A708F42-84C5-4E0B-8C4D-9B14DBC7D542}"/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7037</TotalTime>
  <Words>2142</Words>
  <Application>Microsoft Office PowerPoint</Application>
  <PresentationFormat>Widescreen</PresentationFormat>
  <Paragraphs>523</Paragraphs>
  <Slides>34</Slides>
  <Notes>1</Notes>
  <HiddenSlides>0</HiddenSlides>
  <MMClips>0</MMClips>
  <ScaleCrop>false</ScaleCrop>
  <HeadingPairs>
    <vt:vector size="8" baseType="variant">
      <vt:variant>
        <vt:lpstr>Fonts Used</vt:lpstr>
      </vt:variant>
      <vt:variant>
        <vt:i4>8</vt:i4>
      </vt:variant>
      <vt:variant>
        <vt:lpstr>Theme</vt:lpstr>
      </vt:variant>
      <vt:variant>
        <vt:i4>10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34</vt:i4>
      </vt:variant>
    </vt:vector>
  </HeadingPairs>
  <TitlesOfParts>
    <vt:vector size="53" baseType="lpstr">
      <vt:lpstr>Arial</vt:lpstr>
      <vt:lpstr>Calibri</vt:lpstr>
      <vt:lpstr>Calibri Light</vt:lpstr>
      <vt:lpstr>Garamond</vt:lpstr>
      <vt:lpstr>Symbol</vt:lpstr>
      <vt:lpstr>Tahoma</vt:lpstr>
      <vt:lpstr>Times New Roman</vt:lpstr>
      <vt:lpstr>Wingdings</vt:lpstr>
      <vt:lpstr>Custom Design</vt:lpstr>
      <vt:lpstr>Updated Design</vt:lpstr>
      <vt:lpstr>1_Custom Design</vt:lpstr>
      <vt:lpstr>Theme1</vt:lpstr>
      <vt:lpstr>2_Custom Design</vt:lpstr>
      <vt:lpstr>Presentation3</vt:lpstr>
      <vt:lpstr>3_Custom Design</vt:lpstr>
      <vt:lpstr>4_Custom Design</vt:lpstr>
      <vt:lpstr>5_Custom Design</vt:lpstr>
      <vt:lpstr>6_Custom Design</vt:lpstr>
      <vt:lpstr>Bitmap Image</vt:lpstr>
      <vt:lpstr>PowerPoint Presentation</vt:lpstr>
      <vt:lpstr>Contents for Today</vt:lpstr>
      <vt:lpstr>Height of a Full Binary Tree</vt:lpstr>
      <vt:lpstr>Height of a complete binary tree</vt:lpstr>
      <vt:lpstr>Heaps</vt:lpstr>
      <vt:lpstr>Heaps</vt:lpstr>
      <vt:lpstr>Heaps (contd.)</vt:lpstr>
      <vt:lpstr>Heaps (contd.)</vt:lpstr>
      <vt:lpstr>Heap Algorithms</vt:lpstr>
      <vt:lpstr>MAX_HEAPIFY</vt:lpstr>
      <vt:lpstr>Maintaining the Heap Property</vt:lpstr>
      <vt:lpstr>Example</vt:lpstr>
      <vt:lpstr>MAX_HEAPIFY (A,1)</vt:lpstr>
      <vt:lpstr>MAX_HEAPIFY (A,1)  (contd.)</vt:lpstr>
      <vt:lpstr>Array view of MAX_HEAPIFY Algorithm</vt:lpstr>
      <vt:lpstr>Analysis of Heapify Algorithm.</vt:lpstr>
      <vt:lpstr>BUILD_HEAP</vt:lpstr>
      <vt:lpstr>Solution</vt:lpstr>
      <vt:lpstr>Solution (Contd.)</vt:lpstr>
      <vt:lpstr>PowerPoint Presentation</vt:lpstr>
      <vt:lpstr>Analysis of Build Max Heap Algorithm.</vt:lpstr>
      <vt:lpstr>Analysis of Build Max Heap Algorithm.</vt:lpstr>
      <vt:lpstr>PowerPoint Presentation</vt:lpstr>
      <vt:lpstr>PowerPoint Presentation</vt:lpstr>
      <vt:lpstr>The HEAPSORT Algorithm</vt:lpstr>
      <vt:lpstr>The operation of HEAPSORT. </vt:lpstr>
      <vt:lpstr>The operation of HEAPSORT.</vt:lpstr>
      <vt:lpstr>Heapsort Complexity  </vt:lpstr>
      <vt:lpstr>Priority Queues </vt:lpstr>
      <vt:lpstr>Priority queues.</vt:lpstr>
      <vt:lpstr>Priority queues.</vt:lpstr>
      <vt:lpstr>HEAP_EXTRACT_MAX</vt:lpstr>
      <vt:lpstr>HEAP_INSERT</vt:lpstr>
      <vt:lpstr>Summary</vt:lpstr>
    </vt:vector>
  </TitlesOfParts>
  <Company>SLIIT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Heaps and Heap Algorithms</dc:title>
  <dc:creator>samantha</dc:creator>
  <cp:lastModifiedBy>Nathali Silva</cp:lastModifiedBy>
  <cp:revision>149</cp:revision>
  <dcterms:created xsi:type="dcterms:W3CDTF">2002-07-10T10:25:27Z</dcterms:created>
  <dcterms:modified xsi:type="dcterms:W3CDTF">2024-10-21T09:37:11Z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0x01010013503644CC7B9D4680D6EE4CCCF2C992</vt:lpwstr>
  </property>
</Properties>
</file>